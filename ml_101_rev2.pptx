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0" r:id="rId3"/>
    <p:sldId id="290" r:id="rId4"/>
    <p:sldId id="277" r:id="rId5"/>
    <p:sldId id="296" r:id="rId6"/>
    <p:sldId id="303" r:id="rId7"/>
    <p:sldId id="310" r:id="rId8"/>
    <p:sldId id="300" r:id="rId9"/>
    <p:sldId id="304" r:id="rId10"/>
    <p:sldId id="323" r:id="rId11"/>
    <p:sldId id="324" r:id="rId12"/>
    <p:sldId id="325" r:id="rId13"/>
    <p:sldId id="298" r:id="rId14"/>
    <p:sldId id="315" r:id="rId15"/>
    <p:sldId id="313" r:id="rId16"/>
    <p:sldId id="308" r:id="rId17"/>
    <p:sldId id="286" r:id="rId18"/>
    <p:sldId id="314" r:id="rId19"/>
    <p:sldId id="299" r:id="rId20"/>
    <p:sldId id="302" r:id="rId21"/>
    <p:sldId id="32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9E92DA-000F-49EA-B18E-C914EB93887C}" v="7" dt="2026-06-17T13:42:28.9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092" autoAdjust="0"/>
  </p:normalViewPr>
  <p:slideViewPr>
    <p:cSldViewPr snapToGrid="0">
      <p:cViewPr varScale="1">
        <p:scale>
          <a:sx n="82" d="100"/>
          <a:sy n="82" d="100"/>
        </p:scale>
        <p:origin x="171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Victor" userId="b190e8fba95ef096" providerId="LiveId" clId="{5C3D22A6-A95A-470D-A7FE-A5CCBB86DBD1}"/>
    <pc:docChg chg="undo custSel addSld delSld modSld">
      <pc:chgData name="Michael Victor" userId="b190e8fba95ef096" providerId="LiveId" clId="{5C3D22A6-A95A-470D-A7FE-A5CCBB86DBD1}" dt="2026-06-18T18:20:48.018" v="3675" actId="478"/>
      <pc:docMkLst>
        <pc:docMk/>
      </pc:docMkLst>
      <pc:sldChg chg="addSp delSp modSp mod modNotesTx">
        <pc:chgData name="Michael Victor" userId="b190e8fba95ef096" providerId="LiveId" clId="{5C3D22A6-A95A-470D-A7FE-A5CCBB86DBD1}" dt="2026-06-17T13:43:55.782" v="2697" actId="20577"/>
        <pc:sldMkLst>
          <pc:docMk/>
          <pc:sldMk cId="2946209939" sldId="256"/>
        </pc:sldMkLst>
        <pc:spChg chg="mod">
          <ac:chgData name="Michael Victor" userId="b190e8fba95ef096" providerId="LiveId" clId="{5C3D22A6-A95A-470D-A7FE-A5CCBB86DBD1}" dt="2026-06-17T13:42:46.874" v="2634" actId="20577"/>
          <ac:spMkLst>
            <pc:docMk/>
            <pc:sldMk cId="2946209939" sldId="256"/>
            <ac:spMk id="3" creationId="{6DCE1D19-648D-AA13-DFDC-FB44DFD12640}"/>
          </ac:spMkLst>
        </pc:spChg>
        <pc:spChg chg="add del">
          <ac:chgData name="Michael Victor" userId="b190e8fba95ef096" providerId="LiveId" clId="{5C3D22A6-A95A-470D-A7FE-A5CCBB86DBD1}" dt="2026-06-17T13:42:32.426" v="2630" actId="22"/>
          <ac:spMkLst>
            <pc:docMk/>
            <pc:sldMk cId="2946209939" sldId="256"/>
            <ac:spMk id="5" creationId="{BDDFA37A-7F86-1A96-C24F-7332C4FDD0F8}"/>
          </ac:spMkLst>
        </pc:spChg>
        <pc:picChg chg="add mod">
          <ac:chgData name="Michael Victor" userId="b190e8fba95ef096" providerId="LiveId" clId="{5C3D22A6-A95A-470D-A7FE-A5CCBB86DBD1}" dt="2026-06-17T13:43:25.723" v="2636" actId="1076"/>
          <ac:picMkLst>
            <pc:docMk/>
            <pc:sldMk cId="2946209939" sldId="256"/>
            <ac:picMk id="7" creationId="{38463106-129C-EFEC-E3BD-FA96F702A6EB}"/>
          </ac:picMkLst>
        </pc:picChg>
      </pc:sldChg>
      <pc:sldChg chg="del">
        <pc:chgData name="Michael Victor" userId="b190e8fba95ef096" providerId="LiveId" clId="{5C3D22A6-A95A-470D-A7FE-A5CCBB86DBD1}" dt="2026-06-17T12:50:39.689" v="213" actId="47"/>
        <pc:sldMkLst>
          <pc:docMk/>
          <pc:sldMk cId="2826234643" sldId="262"/>
        </pc:sldMkLst>
      </pc:sldChg>
      <pc:sldChg chg="modSp del mod">
        <pc:chgData name="Michael Victor" userId="b190e8fba95ef096" providerId="LiveId" clId="{5C3D22A6-A95A-470D-A7FE-A5CCBB86DBD1}" dt="2026-06-17T12:51:01.549" v="217" actId="47"/>
        <pc:sldMkLst>
          <pc:docMk/>
          <pc:sldMk cId="3071164272" sldId="289"/>
        </pc:sldMkLst>
        <pc:spChg chg="mod">
          <ac:chgData name="Michael Victor" userId="b190e8fba95ef096" providerId="LiveId" clId="{5C3D22A6-A95A-470D-A7FE-A5CCBB86DBD1}" dt="2026-06-17T12:50:56.184" v="215" actId="21"/>
          <ac:spMkLst>
            <pc:docMk/>
            <pc:sldMk cId="3071164272" sldId="289"/>
            <ac:spMk id="3" creationId="{34586967-38CD-FEBE-9B1A-31AC758990B2}"/>
          </ac:spMkLst>
        </pc:spChg>
      </pc:sldChg>
      <pc:sldChg chg="addSp mod modShow">
        <pc:chgData name="Michael Victor" userId="b190e8fba95ef096" providerId="LiveId" clId="{5C3D22A6-A95A-470D-A7FE-A5CCBB86DBD1}" dt="2026-06-17T12:50:59.621" v="216" actId="22"/>
        <pc:sldMkLst>
          <pc:docMk/>
          <pc:sldMk cId="1340481354" sldId="296"/>
        </pc:sldMkLst>
        <pc:spChg chg="add">
          <ac:chgData name="Michael Victor" userId="b190e8fba95ef096" providerId="LiveId" clId="{5C3D22A6-A95A-470D-A7FE-A5CCBB86DBD1}" dt="2026-06-17T12:50:59.621" v="216" actId="22"/>
          <ac:spMkLst>
            <pc:docMk/>
            <pc:sldMk cId="1340481354" sldId="296"/>
            <ac:spMk id="9" creationId="{BC4BE8AD-49CD-ABD5-8A8F-C0D36C1E48A1}"/>
          </ac:spMkLst>
        </pc:spChg>
      </pc:sldChg>
      <pc:sldChg chg="modSp mod modNotesTx">
        <pc:chgData name="Michael Victor" userId="b190e8fba95ef096" providerId="LiveId" clId="{5C3D22A6-A95A-470D-A7FE-A5CCBB86DBD1}" dt="2026-06-17T14:40:31.780" v="3454" actId="20577"/>
        <pc:sldMkLst>
          <pc:docMk/>
          <pc:sldMk cId="3837584128" sldId="298"/>
        </pc:sldMkLst>
        <pc:spChg chg="mod">
          <ac:chgData name="Michael Victor" userId="b190e8fba95ef096" providerId="LiveId" clId="{5C3D22A6-A95A-470D-A7FE-A5CCBB86DBD1}" dt="2026-06-17T13:26:25.266" v="2377" actId="20577"/>
          <ac:spMkLst>
            <pc:docMk/>
            <pc:sldMk cId="3837584128" sldId="298"/>
            <ac:spMk id="2" creationId="{BE001B5F-AA38-B9EF-2D65-7E43B17ABAED}"/>
          </ac:spMkLst>
        </pc:spChg>
      </pc:sldChg>
      <pc:sldChg chg="addSp delSp modSp mod delAnim">
        <pc:chgData name="Michael Victor" userId="b190e8fba95ef096" providerId="LiveId" clId="{5C3D22A6-A95A-470D-A7FE-A5CCBB86DBD1}" dt="2026-06-18T18:20:48.018" v="3675" actId="478"/>
        <pc:sldMkLst>
          <pc:docMk/>
          <pc:sldMk cId="3046650902" sldId="300"/>
        </pc:sldMkLst>
        <pc:spChg chg="mod">
          <ac:chgData name="Michael Victor" userId="b190e8fba95ef096" providerId="LiveId" clId="{5C3D22A6-A95A-470D-A7FE-A5CCBB86DBD1}" dt="2026-06-17T13:25:46.300" v="2370" actId="20577"/>
          <ac:spMkLst>
            <pc:docMk/>
            <pc:sldMk cId="3046650902" sldId="300"/>
            <ac:spMk id="2" creationId="{10DC40C6-BC18-8F80-4FC1-7F13F3C72A81}"/>
          </ac:spMkLst>
        </pc:spChg>
        <pc:spChg chg="add mod">
          <ac:chgData name="Michael Victor" userId="b190e8fba95ef096" providerId="LiveId" clId="{5C3D22A6-A95A-470D-A7FE-A5CCBB86DBD1}" dt="2026-06-18T18:20:48.018" v="3675" actId="478"/>
          <ac:spMkLst>
            <pc:docMk/>
            <pc:sldMk cId="3046650902" sldId="300"/>
            <ac:spMk id="7" creationId="{31CF2096-C0B2-A92A-EEA9-BFE2921A41DA}"/>
          </ac:spMkLst>
        </pc:spChg>
        <pc:picChg chg="del">
          <ac:chgData name="Michael Victor" userId="b190e8fba95ef096" providerId="LiveId" clId="{5C3D22A6-A95A-470D-A7FE-A5CCBB86DBD1}" dt="2026-06-18T18:20:48.018" v="3675" actId="478"/>
          <ac:picMkLst>
            <pc:docMk/>
            <pc:sldMk cId="3046650902" sldId="300"/>
            <ac:picMk id="4" creationId="{9B8E3019-D9A0-55A8-3BE9-62ECC19F01CA}"/>
          </ac:picMkLst>
        </pc:picChg>
        <pc:picChg chg="add">
          <ac:chgData name="Michael Victor" userId="b190e8fba95ef096" providerId="LiveId" clId="{5C3D22A6-A95A-470D-A7FE-A5CCBB86DBD1}" dt="2026-06-18T18:20:46.435" v="3674" actId="22"/>
          <ac:picMkLst>
            <pc:docMk/>
            <pc:sldMk cId="3046650902" sldId="300"/>
            <ac:picMk id="5" creationId="{B8BA4AF3-1D83-DE64-E489-409CF2FCA03C}"/>
          </ac:picMkLst>
        </pc:picChg>
      </pc:sldChg>
      <pc:sldChg chg="addSp delSp modSp mod">
        <pc:chgData name="Michael Victor" userId="b190e8fba95ef096" providerId="LiveId" clId="{5C3D22A6-A95A-470D-A7FE-A5CCBB86DBD1}" dt="2026-06-17T12:00:03.755" v="30" actId="1076"/>
        <pc:sldMkLst>
          <pc:docMk/>
          <pc:sldMk cId="3962089144" sldId="302"/>
        </pc:sldMkLst>
        <pc:spChg chg="mod">
          <ac:chgData name="Michael Victor" userId="b190e8fba95ef096" providerId="LiveId" clId="{5C3D22A6-A95A-470D-A7FE-A5CCBB86DBD1}" dt="2026-06-17T11:59:59.623" v="28" actId="20577"/>
          <ac:spMkLst>
            <pc:docMk/>
            <pc:sldMk cId="3962089144" sldId="302"/>
            <ac:spMk id="2" creationId="{9E63898F-70D8-F9A9-1051-235054A1DE4B}"/>
          </ac:spMkLst>
        </pc:spChg>
        <pc:spChg chg="del mod">
          <ac:chgData name="Michael Victor" userId="b190e8fba95ef096" providerId="LiveId" clId="{5C3D22A6-A95A-470D-A7FE-A5CCBB86DBD1}" dt="2026-06-17T11:59:53.100" v="5" actId="22"/>
          <ac:spMkLst>
            <pc:docMk/>
            <pc:sldMk cId="3962089144" sldId="302"/>
            <ac:spMk id="3" creationId="{DDCE80E5-4625-387E-0B22-F8FB5BDDAEEF}"/>
          </ac:spMkLst>
        </pc:spChg>
        <pc:picChg chg="mod">
          <ac:chgData name="Michael Victor" userId="b190e8fba95ef096" providerId="LiveId" clId="{5C3D22A6-A95A-470D-A7FE-A5CCBB86DBD1}" dt="2026-06-17T11:59:50.797" v="4" actId="1076"/>
          <ac:picMkLst>
            <pc:docMk/>
            <pc:sldMk cId="3962089144" sldId="302"/>
            <ac:picMk id="5" creationId="{83C0707A-299B-67E4-686D-0D5754B015FA}"/>
          </ac:picMkLst>
        </pc:picChg>
        <pc:picChg chg="del mod">
          <ac:chgData name="Michael Victor" userId="b190e8fba95ef096" providerId="LiveId" clId="{5C3D22A6-A95A-470D-A7FE-A5CCBB86DBD1}" dt="2026-06-17T11:59:49.561" v="3" actId="478"/>
          <ac:picMkLst>
            <pc:docMk/>
            <pc:sldMk cId="3962089144" sldId="302"/>
            <ac:picMk id="6" creationId="{F368BF1C-BFEC-4B58-C5A2-6D690EF7D378}"/>
          </ac:picMkLst>
        </pc:picChg>
        <pc:picChg chg="add mod">
          <ac:chgData name="Michael Victor" userId="b190e8fba95ef096" providerId="LiveId" clId="{5C3D22A6-A95A-470D-A7FE-A5CCBB86DBD1}" dt="2026-06-17T12:00:03.755" v="30" actId="1076"/>
          <ac:picMkLst>
            <pc:docMk/>
            <pc:sldMk cId="3962089144" sldId="302"/>
            <ac:picMk id="8" creationId="{FCAC725F-CB6E-CEA8-D780-B67DEE47E0C5}"/>
          </ac:picMkLst>
        </pc:picChg>
      </pc:sldChg>
      <pc:sldChg chg="modSp mod">
        <pc:chgData name="Michael Victor" userId="b190e8fba95ef096" providerId="LiveId" clId="{5C3D22A6-A95A-470D-A7FE-A5CCBB86DBD1}" dt="2026-06-17T13:25:51.103" v="2372" actId="20577"/>
        <pc:sldMkLst>
          <pc:docMk/>
          <pc:sldMk cId="755485292" sldId="303"/>
        </pc:sldMkLst>
        <pc:spChg chg="mod">
          <ac:chgData name="Michael Victor" userId="b190e8fba95ef096" providerId="LiveId" clId="{5C3D22A6-A95A-470D-A7FE-A5CCBB86DBD1}" dt="2026-06-17T13:25:51.103" v="2372" actId="20577"/>
          <ac:spMkLst>
            <pc:docMk/>
            <pc:sldMk cId="755485292" sldId="303"/>
            <ac:spMk id="2" creationId="{63C054A8-A790-4AE6-84C3-F5B3A29A33CD}"/>
          </ac:spMkLst>
        </pc:spChg>
      </pc:sldChg>
      <pc:sldChg chg="modSp mod">
        <pc:chgData name="Michael Victor" userId="b190e8fba95ef096" providerId="LiveId" clId="{5C3D22A6-A95A-470D-A7FE-A5CCBB86DBD1}" dt="2026-06-17T13:25:37.654" v="2351" actId="20577"/>
        <pc:sldMkLst>
          <pc:docMk/>
          <pc:sldMk cId="724895719" sldId="304"/>
        </pc:sldMkLst>
        <pc:spChg chg="mod">
          <ac:chgData name="Michael Victor" userId="b190e8fba95ef096" providerId="LiveId" clId="{5C3D22A6-A95A-470D-A7FE-A5CCBB86DBD1}" dt="2026-06-17T13:25:37.654" v="2351" actId="20577"/>
          <ac:spMkLst>
            <pc:docMk/>
            <pc:sldMk cId="724895719" sldId="304"/>
            <ac:spMk id="2" creationId="{18AC82E5-1A5B-1F85-3188-CCC5B846373C}"/>
          </ac:spMkLst>
        </pc:spChg>
        <pc:spChg chg="mod">
          <ac:chgData name="Michael Victor" userId="b190e8fba95ef096" providerId="LiveId" clId="{5C3D22A6-A95A-470D-A7FE-A5CCBB86DBD1}" dt="2026-06-17T13:06:09.035" v="1254" actId="20577"/>
          <ac:spMkLst>
            <pc:docMk/>
            <pc:sldMk cId="724895719" sldId="304"/>
            <ac:spMk id="11" creationId="{AD7C5DCE-7495-0FFC-9094-8764A0B427FA}"/>
          </ac:spMkLst>
        </pc:spChg>
      </pc:sldChg>
      <pc:sldChg chg="del">
        <pc:chgData name="Michael Victor" userId="b190e8fba95ef096" providerId="LiveId" clId="{5C3D22A6-A95A-470D-A7FE-A5CCBB86DBD1}" dt="2026-06-17T11:59:37.812" v="0" actId="47"/>
        <pc:sldMkLst>
          <pc:docMk/>
          <pc:sldMk cId="1439757016" sldId="306"/>
        </pc:sldMkLst>
      </pc:sldChg>
      <pc:sldChg chg="del">
        <pc:chgData name="Michael Victor" userId="b190e8fba95ef096" providerId="LiveId" clId="{5C3D22A6-A95A-470D-A7FE-A5CCBB86DBD1}" dt="2026-06-17T11:59:37.812" v="0" actId="47"/>
        <pc:sldMkLst>
          <pc:docMk/>
          <pc:sldMk cId="635672768" sldId="309"/>
        </pc:sldMkLst>
      </pc:sldChg>
      <pc:sldChg chg="del">
        <pc:chgData name="Michael Victor" userId="b190e8fba95ef096" providerId="LiveId" clId="{5C3D22A6-A95A-470D-A7FE-A5CCBB86DBD1}" dt="2026-06-17T11:59:37.812" v="0" actId="47"/>
        <pc:sldMkLst>
          <pc:docMk/>
          <pc:sldMk cId="532097276" sldId="312"/>
        </pc:sldMkLst>
      </pc:sldChg>
      <pc:sldChg chg="modNotesTx">
        <pc:chgData name="Michael Victor" userId="b190e8fba95ef096" providerId="LiveId" clId="{5C3D22A6-A95A-470D-A7FE-A5CCBB86DBD1}" dt="2026-06-17T12:52:30.591" v="315" actId="20577"/>
        <pc:sldMkLst>
          <pc:docMk/>
          <pc:sldMk cId="1803345472" sldId="313"/>
        </pc:sldMkLst>
      </pc:sldChg>
      <pc:sldChg chg="addSp modSp mod modNotesTx">
        <pc:chgData name="Michael Victor" userId="b190e8fba95ef096" providerId="LiveId" clId="{5C3D22A6-A95A-470D-A7FE-A5CCBB86DBD1}" dt="2026-06-17T14:41:14.219" v="3547" actId="33524"/>
        <pc:sldMkLst>
          <pc:docMk/>
          <pc:sldMk cId="1114819152" sldId="315"/>
        </pc:sldMkLst>
        <pc:spChg chg="mod">
          <ac:chgData name="Michael Victor" userId="b190e8fba95ef096" providerId="LiveId" clId="{5C3D22A6-A95A-470D-A7FE-A5CCBB86DBD1}" dt="2026-06-17T13:26:33.693" v="2394" actId="20577"/>
          <ac:spMkLst>
            <pc:docMk/>
            <pc:sldMk cId="1114819152" sldId="315"/>
            <ac:spMk id="2" creationId="{9B9FA767-0F48-FB96-5AC4-822A48DB4494}"/>
          </ac:spMkLst>
        </pc:spChg>
        <pc:spChg chg="mod">
          <ac:chgData name="Michael Victor" userId="b190e8fba95ef096" providerId="LiveId" clId="{5C3D22A6-A95A-470D-A7FE-A5CCBB86DBD1}" dt="2026-06-17T13:28:15.315" v="2536" actId="1076"/>
          <ac:spMkLst>
            <pc:docMk/>
            <pc:sldMk cId="1114819152" sldId="315"/>
            <ac:spMk id="25" creationId="{3D5AA40A-93D1-1830-DC76-7BC8E82C12A1}"/>
          </ac:spMkLst>
        </pc:spChg>
        <pc:spChg chg="mod">
          <ac:chgData name="Michael Victor" userId="b190e8fba95ef096" providerId="LiveId" clId="{5C3D22A6-A95A-470D-A7FE-A5CCBB86DBD1}" dt="2026-06-17T13:28:12.110" v="2535" actId="1076"/>
          <ac:spMkLst>
            <pc:docMk/>
            <pc:sldMk cId="1114819152" sldId="315"/>
            <ac:spMk id="26" creationId="{EDBA9901-C7A5-02A6-CA72-3D4F30B9FB37}"/>
          </ac:spMkLst>
        </pc:spChg>
        <pc:spChg chg="add mod">
          <ac:chgData name="Michael Victor" userId="b190e8fba95ef096" providerId="LiveId" clId="{5C3D22A6-A95A-470D-A7FE-A5CCBB86DBD1}" dt="2026-06-17T13:28:18.908" v="2537" actId="1076"/>
          <ac:spMkLst>
            <pc:docMk/>
            <pc:sldMk cId="1114819152" sldId="315"/>
            <ac:spMk id="28" creationId="{E43A2A66-A7CB-356B-CFEC-EAA904D5D3C3}"/>
          </ac:spMkLst>
        </pc:spChg>
        <pc:spChg chg="add mod">
          <ac:chgData name="Michael Victor" userId="b190e8fba95ef096" providerId="LiveId" clId="{5C3D22A6-A95A-470D-A7FE-A5CCBB86DBD1}" dt="2026-06-17T13:27:33.299" v="2494" actId="1076"/>
          <ac:spMkLst>
            <pc:docMk/>
            <pc:sldMk cId="1114819152" sldId="315"/>
            <ac:spMk id="30" creationId="{EBE05AF4-51AC-8A0C-36AC-80323CC95BA3}"/>
          </ac:spMkLst>
        </pc:spChg>
        <pc:spChg chg="add mod">
          <ac:chgData name="Michael Victor" userId="b190e8fba95ef096" providerId="LiveId" clId="{5C3D22A6-A95A-470D-A7FE-A5CCBB86DBD1}" dt="2026-06-17T13:28:05.961" v="2533" actId="1076"/>
          <ac:spMkLst>
            <pc:docMk/>
            <pc:sldMk cId="1114819152" sldId="315"/>
            <ac:spMk id="32" creationId="{F38FABA8-C7D6-2542-DF31-A5F0651AC3B6}"/>
          </ac:spMkLst>
        </pc:spChg>
        <pc:spChg chg="add mod">
          <ac:chgData name="Michael Victor" userId="b190e8fba95ef096" providerId="LiveId" clId="{5C3D22A6-A95A-470D-A7FE-A5CCBB86DBD1}" dt="2026-06-17T13:29:16.432" v="2626" actId="1076"/>
          <ac:spMkLst>
            <pc:docMk/>
            <pc:sldMk cId="1114819152" sldId="315"/>
            <ac:spMk id="34" creationId="{13251E8D-125E-12B0-932F-2F84CA843F5E}"/>
          </ac:spMkLst>
        </pc:spChg>
        <pc:spChg chg="add mod">
          <ac:chgData name="Michael Victor" userId="b190e8fba95ef096" providerId="LiveId" clId="{5C3D22A6-A95A-470D-A7FE-A5CCBB86DBD1}" dt="2026-06-17T13:28:59.775" v="2624" actId="14100"/>
          <ac:spMkLst>
            <pc:docMk/>
            <pc:sldMk cId="1114819152" sldId="315"/>
            <ac:spMk id="36" creationId="{EEF053CE-5BE0-9626-859A-89A036D171B5}"/>
          </ac:spMkLst>
        </pc:spChg>
        <pc:picChg chg="mod">
          <ac:chgData name="Michael Victor" userId="b190e8fba95ef096" providerId="LiveId" clId="{5C3D22A6-A95A-470D-A7FE-A5CCBB86DBD1}" dt="2026-06-17T13:28:08.176" v="2534" actId="14100"/>
          <ac:picMkLst>
            <pc:docMk/>
            <pc:sldMk cId="1114819152" sldId="315"/>
            <ac:picMk id="24" creationId="{C10AD29B-6464-7657-7859-68198F9DB69A}"/>
          </ac:picMkLst>
        </pc:picChg>
      </pc:sldChg>
      <pc:sldChg chg="del">
        <pc:chgData name="Michael Victor" userId="b190e8fba95ef096" providerId="LiveId" clId="{5C3D22A6-A95A-470D-A7FE-A5CCBB86DBD1}" dt="2026-06-17T11:59:37.812" v="0" actId="47"/>
        <pc:sldMkLst>
          <pc:docMk/>
          <pc:sldMk cId="2498950063" sldId="317"/>
        </pc:sldMkLst>
      </pc:sldChg>
      <pc:sldChg chg="del">
        <pc:chgData name="Michael Victor" userId="b190e8fba95ef096" providerId="LiveId" clId="{5C3D22A6-A95A-470D-A7FE-A5CCBB86DBD1}" dt="2026-06-17T11:59:37.812" v="0" actId="47"/>
        <pc:sldMkLst>
          <pc:docMk/>
          <pc:sldMk cId="2006893502" sldId="318"/>
        </pc:sldMkLst>
      </pc:sldChg>
      <pc:sldChg chg="del">
        <pc:chgData name="Michael Victor" userId="b190e8fba95ef096" providerId="LiveId" clId="{5C3D22A6-A95A-470D-A7FE-A5CCBB86DBD1}" dt="2026-06-17T11:59:37.812" v="0" actId="47"/>
        <pc:sldMkLst>
          <pc:docMk/>
          <pc:sldMk cId="1352328581" sldId="319"/>
        </pc:sldMkLst>
      </pc:sldChg>
      <pc:sldChg chg="del">
        <pc:chgData name="Michael Victor" userId="b190e8fba95ef096" providerId="LiveId" clId="{5C3D22A6-A95A-470D-A7FE-A5CCBB86DBD1}" dt="2026-06-17T11:59:37.812" v="0" actId="47"/>
        <pc:sldMkLst>
          <pc:docMk/>
          <pc:sldMk cId="2675579092" sldId="321"/>
        </pc:sldMkLst>
      </pc:sldChg>
      <pc:sldChg chg="modSp mod">
        <pc:chgData name="Michael Victor" userId="b190e8fba95ef096" providerId="LiveId" clId="{5C3D22A6-A95A-470D-A7FE-A5CCBB86DBD1}" dt="2026-06-17T13:00:13.978" v="1011" actId="6549"/>
        <pc:sldMkLst>
          <pc:docMk/>
          <pc:sldMk cId="3507858547" sldId="322"/>
        </pc:sldMkLst>
        <pc:spChg chg="mod">
          <ac:chgData name="Michael Victor" userId="b190e8fba95ef096" providerId="LiveId" clId="{5C3D22A6-A95A-470D-A7FE-A5CCBB86DBD1}" dt="2026-06-17T13:00:13.978" v="1011" actId="6549"/>
          <ac:spMkLst>
            <pc:docMk/>
            <pc:sldMk cId="3507858547" sldId="322"/>
            <ac:spMk id="3" creationId="{5668E6D6-260F-8B99-30F1-333E08B70066}"/>
          </ac:spMkLst>
        </pc:spChg>
      </pc:sldChg>
      <pc:sldChg chg="addSp delSp modSp new mod modNotesTx">
        <pc:chgData name="Michael Victor" userId="b190e8fba95ef096" providerId="LiveId" clId="{5C3D22A6-A95A-470D-A7FE-A5CCBB86DBD1}" dt="2026-06-17T13:25:26.812" v="2319" actId="20577"/>
        <pc:sldMkLst>
          <pc:docMk/>
          <pc:sldMk cId="3107896143" sldId="323"/>
        </pc:sldMkLst>
        <pc:spChg chg="mod">
          <ac:chgData name="Michael Victor" userId="b190e8fba95ef096" providerId="LiveId" clId="{5C3D22A6-A95A-470D-A7FE-A5CCBB86DBD1}" dt="2026-06-17T13:25:26.812" v="2319" actId="20577"/>
          <ac:spMkLst>
            <pc:docMk/>
            <pc:sldMk cId="3107896143" sldId="323"/>
            <ac:spMk id="2" creationId="{6A1EA1E2-1D25-C1F0-7CFC-F0DE07DC1652}"/>
          </ac:spMkLst>
        </pc:spChg>
        <pc:spChg chg="del">
          <ac:chgData name="Michael Victor" userId="b190e8fba95ef096" providerId="LiveId" clId="{5C3D22A6-A95A-470D-A7FE-A5CCBB86DBD1}" dt="2026-06-17T13:02:42.439" v="1099" actId="478"/>
          <ac:spMkLst>
            <pc:docMk/>
            <pc:sldMk cId="3107896143" sldId="323"/>
            <ac:spMk id="3" creationId="{865791E1-0409-F070-0287-57BEC124B7EB}"/>
          </ac:spMkLst>
        </pc:spChg>
        <pc:spChg chg="add mod">
          <ac:chgData name="Michael Victor" userId="b190e8fba95ef096" providerId="LiveId" clId="{5C3D22A6-A95A-470D-A7FE-A5CCBB86DBD1}" dt="2026-06-17T13:08:54.406" v="1320" actId="1076"/>
          <ac:spMkLst>
            <pc:docMk/>
            <pc:sldMk cId="3107896143" sldId="323"/>
            <ac:spMk id="4" creationId="{BA3AC906-AFF7-98E1-1700-A5C491E78695}"/>
          </ac:spMkLst>
        </pc:spChg>
        <pc:spChg chg="add mod">
          <ac:chgData name="Michael Victor" userId="b190e8fba95ef096" providerId="LiveId" clId="{5C3D22A6-A95A-470D-A7FE-A5CCBB86DBD1}" dt="2026-06-17T13:08:54.406" v="1320" actId="1076"/>
          <ac:spMkLst>
            <pc:docMk/>
            <pc:sldMk cId="3107896143" sldId="323"/>
            <ac:spMk id="15" creationId="{7457EABB-2E31-C605-EDDB-40C2CFF25020}"/>
          </ac:spMkLst>
        </pc:spChg>
        <pc:spChg chg="add mod">
          <ac:chgData name="Michael Victor" userId="b190e8fba95ef096" providerId="LiveId" clId="{5C3D22A6-A95A-470D-A7FE-A5CCBB86DBD1}" dt="2026-06-17T13:08:54.406" v="1320" actId="1076"/>
          <ac:spMkLst>
            <pc:docMk/>
            <pc:sldMk cId="3107896143" sldId="323"/>
            <ac:spMk id="18" creationId="{0154CF60-C752-62BA-AA66-AFAE2DAC9345}"/>
          </ac:spMkLst>
        </pc:spChg>
        <pc:spChg chg="add mod">
          <ac:chgData name="Michael Victor" userId="b190e8fba95ef096" providerId="LiveId" clId="{5C3D22A6-A95A-470D-A7FE-A5CCBB86DBD1}" dt="2026-06-17T13:08:54.406" v="1320" actId="1076"/>
          <ac:spMkLst>
            <pc:docMk/>
            <pc:sldMk cId="3107896143" sldId="323"/>
            <ac:spMk id="23" creationId="{A74ECDAE-32AE-C7E1-9EC3-98C9A1F21409}"/>
          </ac:spMkLst>
        </pc:spChg>
        <pc:cxnChg chg="add mod">
          <ac:chgData name="Michael Victor" userId="b190e8fba95ef096" providerId="LiveId" clId="{5C3D22A6-A95A-470D-A7FE-A5CCBB86DBD1}" dt="2026-06-17T13:08:54.406" v="1320" actId="1076"/>
          <ac:cxnSpMkLst>
            <pc:docMk/>
            <pc:sldMk cId="3107896143" sldId="323"/>
            <ac:cxnSpMk id="6" creationId="{2CD3B881-4E3E-369B-0CF8-74C1BDC43E78}"/>
          </ac:cxnSpMkLst>
        </pc:cxnChg>
        <pc:cxnChg chg="add mod">
          <ac:chgData name="Michael Victor" userId="b190e8fba95ef096" providerId="LiveId" clId="{5C3D22A6-A95A-470D-A7FE-A5CCBB86DBD1}" dt="2026-06-17T13:08:54.406" v="1320" actId="1076"/>
          <ac:cxnSpMkLst>
            <pc:docMk/>
            <pc:sldMk cId="3107896143" sldId="323"/>
            <ac:cxnSpMk id="7" creationId="{8AB99CC1-C47D-6B4E-EC3A-3BB5FDF30798}"/>
          </ac:cxnSpMkLst>
        </pc:cxnChg>
        <pc:cxnChg chg="add mod">
          <ac:chgData name="Michael Victor" userId="b190e8fba95ef096" providerId="LiveId" clId="{5C3D22A6-A95A-470D-A7FE-A5CCBB86DBD1}" dt="2026-06-17T13:08:54.406" v="1320" actId="1076"/>
          <ac:cxnSpMkLst>
            <pc:docMk/>
            <pc:sldMk cId="3107896143" sldId="323"/>
            <ac:cxnSpMk id="19" creationId="{FF82637C-C132-BF33-57A6-F51233C4DE10}"/>
          </ac:cxnSpMkLst>
        </pc:cxnChg>
      </pc:sldChg>
      <pc:sldChg chg="addSp modSp add mod modNotesTx">
        <pc:chgData name="Michael Victor" userId="b190e8fba95ef096" providerId="LiveId" clId="{5C3D22A6-A95A-470D-A7FE-A5CCBB86DBD1}" dt="2026-06-17T13:24:50.072" v="2271" actId="20577"/>
        <pc:sldMkLst>
          <pc:docMk/>
          <pc:sldMk cId="1152380507" sldId="324"/>
        </pc:sldMkLst>
        <pc:spChg chg="mod">
          <ac:chgData name="Michael Victor" userId="b190e8fba95ef096" providerId="LiveId" clId="{5C3D22A6-A95A-470D-A7FE-A5CCBB86DBD1}" dt="2026-06-17T13:16:31.423" v="1497" actId="1076"/>
          <ac:spMkLst>
            <pc:docMk/>
            <pc:sldMk cId="1152380507" sldId="324"/>
            <ac:spMk id="2" creationId="{A26EFD0A-E328-0A41-6AB5-6B3EFE64F17D}"/>
          </ac:spMkLst>
        </pc:spChg>
        <pc:spChg chg="mod">
          <ac:chgData name="Michael Victor" userId="b190e8fba95ef096" providerId="LiveId" clId="{5C3D22A6-A95A-470D-A7FE-A5CCBB86DBD1}" dt="2026-06-17T13:16:01.016" v="1487" actId="1036"/>
          <ac:spMkLst>
            <pc:docMk/>
            <pc:sldMk cId="1152380507" sldId="324"/>
            <ac:spMk id="4" creationId="{A4A25CBB-C629-83E6-E6E4-9E8908783389}"/>
          </ac:spMkLst>
        </pc:spChg>
        <pc:spChg chg="add mod">
          <ac:chgData name="Michael Victor" userId="b190e8fba95ef096" providerId="LiveId" clId="{5C3D22A6-A95A-470D-A7FE-A5CCBB86DBD1}" dt="2026-06-17T13:16:28.074" v="1496" actId="1076"/>
          <ac:spMkLst>
            <pc:docMk/>
            <pc:sldMk cId="1152380507" sldId="324"/>
            <ac:spMk id="11" creationId="{9A7B9D60-98A6-AF39-AC3A-24E1ABA00BC4}"/>
          </ac:spMkLst>
        </pc:spChg>
        <pc:spChg chg="mod">
          <ac:chgData name="Michael Victor" userId="b190e8fba95ef096" providerId="LiveId" clId="{5C3D22A6-A95A-470D-A7FE-A5CCBB86DBD1}" dt="2026-06-17T13:16:01.016" v="1487" actId="1036"/>
          <ac:spMkLst>
            <pc:docMk/>
            <pc:sldMk cId="1152380507" sldId="324"/>
            <ac:spMk id="15" creationId="{1259E04E-607E-44A8-3E3C-55C385200FE3}"/>
          </ac:spMkLst>
        </pc:spChg>
        <pc:spChg chg="add mod">
          <ac:chgData name="Michael Victor" userId="b190e8fba95ef096" providerId="LiveId" clId="{5C3D22A6-A95A-470D-A7FE-A5CCBB86DBD1}" dt="2026-06-17T13:23:02.734" v="1975" actId="1076"/>
          <ac:spMkLst>
            <pc:docMk/>
            <pc:sldMk cId="1152380507" sldId="324"/>
            <ac:spMk id="16" creationId="{798214D5-BEAC-8CBB-A3AC-D1F07E89C885}"/>
          </ac:spMkLst>
        </pc:spChg>
        <pc:spChg chg="mod">
          <ac:chgData name="Michael Victor" userId="b190e8fba95ef096" providerId="LiveId" clId="{5C3D22A6-A95A-470D-A7FE-A5CCBB86DBD1}" dt="2026-06-17T13:16:24.163" v="1494" actId="1076"/>
          <ac:spMkLst>
            <pc:docMk/>
            <pc:sldMk cId="1152380507" sldId="324"/>
            <ac:spMk id="18" creationId="{4D7CA014-FDCB-6686-3FAB-58A81C237E15}"/>
          </ac:spMkLst>
        </pc:spChg>
        <pc:spChg chg="add mod">
          <ac:chgData name="Michael Victor" userId="b190e8fba95ef096" providerId="LiveId" clId="{5C3D22A6-A95A-470D-A7FE-A5CCBB86DBD1}" dt="2026-06-17T13:23:12.013" v="1996" actId="20577"/>
          <ac:spMkLst>
            <pc:docMk/>
            <pc:sldMk cId="1152380507" sldId="324"/>
            <ac:spMk id="20" creationId="{69981DF7-BDB4-92A8-CA18-3896463AF48A}"/>
          </ac:spMkLst>
        </pc:spChg>
        <pc:spChg chg="mod">
          <ac:chgData name="Michael Victor" userId="b190e8fba95ef096" providerId="LiveId" clId="{5C3D22A6-A95A-470D-A7FE-A5CCBB86DBD1}" dt="2026-06-17T13:16:01.016" v="1487" actId="1036"/>
          <ac:spMkLst>
            <pc:docMk/>
            <pc:sldMk cId="1152380507" sldId="324"/>
            <ac:spMk id="23" creationId="{7A6E6442-4129-2011-F672-D27C1F7FB1DC}"/>
          </ac:spMkLst>
        </pc:spChg>
        <pc:picChg chg="add mod modCrop">
          <ac:chgData name="Michael Victor" userId="b190e8fba95ef096" providerId="LiveId" clId="{5C3D22A6-A95A-470D-A7FE-A5CCBB86DBD1}" dt="2026-06-17T13:16:02.975" v="1488" actId="1076"/>
          <ac:picMkLst>
            <pc:docMk/>
            <pc:sldMk cId="1152380507" sldId="324"/>
            <ac:picMk id="5" creationId="{10DEF410-6879-3C52-431B-EA3DE770BA7C}"/>
          </ac:picMkLst>
        </pc:picChg>
        <pc:picChg chg="add mod">
          <ac:chgData name="Michael Victor" userId="b190e8fba95ef096" providerId="LiveId" clId="{5C3D22A6-A95A-470D-A7FE-A5CCBB86DBD1}" dt="2026-06-17T13:15:42.821" v="1446" actId="1076"/>
          <ac:picMkLst>
            <pc:docMk/>
            <pc:sldMk cId="1152380507" sldId="324"/>
            <ac:picMk id="9" creationId="{DCE3A7AA-23EA-D5E3-4501-07A9B95C4CA9}"/>
          </ac:picMkLst>
        </pc:picChg>
        <pc:cxnChg chg="mod">
          <ac:chgData name="Michael Victor" userId="b190e8fba95ef096" providerId="LiveId" clId="{5C3D22A6-A95A-470D-A7FE-A5CCBB86DBD1}" dt="2026-06-17T13:16:01.016" v="1487" actId="1036"/>
          <ac:cxnSpMkLst>
            <pc:docMk/>
            <pc:sldMk cId="1152380507" sldId="324"/>
            <ac:cxnSpMk id="6" creationId="{B6D5338F-3C7B-19F2-E0E1-AC2215DE1F0C}"/>
          </ac:cxnSpMkLst>
        </pc:cxnChg>
        <pc:cxnChg chg="mod">
          <ac:chgData name="Michael Victor" userId="b190e8fba95ef096" providerId="LiveId" clId="{5C3D22A6-A95A-470D-A7FE-A5CCBB86DBD1}" dt="2026-06-17T13:16:24.163" v="1494" actId="1076"/>
          <ac:cxnSpMkLst>
            <pc:docMk/>
            <pc:sldMk cId="1152380507" sldId="324"/>
            <ac:cxnSpMk id="7" creationId="{DFDEB6CF-B7DD-272A-7B51-E301899BFA6F}"/>
          </ac:cxnSpMkLst>
        </pc:cxnChg>
        <pc:cxnChg chg="mod">
          <ac:chgData name="Michael Victor" userId="b190e8fba95ef096" providerId="LiveId" clId="{5C3D22A6-A95A-470D-A7FE-A5CCBB86DBD1}" dt="2026-06-17T13:16:01.016" v="1487" actId="1036"/>
          <ac:cxnSpMkLst>
            <pc:docMk/>
            <pc:sldMk cId="1152380507" sldId="324"/>
            <ac:cxnSpMk id="19" creationId="{E1171BA7-41DC-786E-EEF1-8C003BF8DC26}"/>
          </ac:cxnSpMkLst>
        </pc:cxnChg>
      </pc:sldChg>
      <pc:sldChg chg="modSp new del mod">
        <pc:chgData name="Michael Victor" userId="b190e8fba95ef096" providerId="LiveId" clId="{5C3D22A6-A95A-470D-A7FE-A5CCBB86DBD1}" dt="2026-06-17T13:09:29.805" v="1331" actId="47"/>
        <pc:sldMkLst>
          <pc:docMk/>
          <pc:sldMk cId="4254105403" sldId="324"/>
        </pc:sldMkLst>
        <pc:spChg chg="mod">
          <ac:chgData name="Michael Victor" userId="b190e8fba95ef096" providerId="LiveId" clId="{5C3D22A6-A95A-470D-A7FE-A5CCBB86DBD1}" dt="2026-06-17T13:09:27.754" v="1330" actId="20577"/>
          <ac:spMkLst>
            <pc:docMk/>
            <pc:sldMk cId="4254105403" sldId="324"/>
            <ac:spMk id="2" creationId="{38351B3A-06FA-59EC-6E9F-ABDC5D128414}"/>
          </ac:spMkLst>
        </pc:spChg>
      </pc:sldChg>
      <pc:sldChg chg="addSp delSp modSp add mod modNotesTx">
        <pc:chgData name="Michael Victor" userId="b190e8fba95ef096" providerId="LiveId" clId="{5C3D22A6-A95A-470D-A7FE-A5CCBB86DBD1}" dt="2026-06-17T14:42:05.685" v="3673" actId="20577"/>
        <pc:sldMkLst>
          <pc:docMk/>
          <pc:sldMk cId="611522284" sldId="325"/>
        </pc:sldMkLst>
        <pc:spChg chg="mod">
          <ac:chgData name="Michael Victor" userId="b190e8fba95ef096" providerId="LiveId" clId="{5C3D22A6-A95A-470D-A7FE-A5CCBB86DBD1}" dt="2026-06-17T13:18:21.348" v="1692" actId="20577"/>
          <ac:spMkLst>
            <pc:docMk/>
            <pc:sldMk cId="611522284" sldId="325"/>
            <ac:spMk id="2" creationId="{70161A13-222D-09CE-AFF0-A440097087FF}"/>
          </ac:spMkLst>
        </pc:spChg>
        <pc:spChg chg="mod">
          <ac:chgData name="Michael Victor" userId="b190e8fba95ef096" providerId="LiveId" clId="{5C3D22A6-A95A-470D-A7FE-A5CCBB86DBD1}" dt="2026-06-17T13:23:40.057" v="2020" actId="20577"/>
          <ac:spMkLst>
            <pc:docMk/>
            <pc:sldMk cId="611522284" sldId="325"/>
            <ac:spMk id="4" creationId="{AFD5ADF2-A8B7-480E-4132-116D0AED9134}"/>
          </ac:spMkLst>
        </pc:spChg>
        <pc:spChg chg="add del mod">
          <ac:chgData name="Michael Victor" userId="b190e8fba95ef096" providerId="LiveId" clId="{5C3D22A6-A95A-470D-A7FE-A5CCBB86DBD1}" dt="2026-06-17T13:19:09.723" v="1699" actId="21"/>
          <ac:spMkLst>
            <pc:docMk/>
            <pc:sldMk cId="611522284" sldId="325"/>
            <ac:spMk id="5" creationId="{2BAE6F38-88FE-6E9D-F5C0-A7C97F5D2C31}"/>
          </ac:spMkLst>
        </pc:spChg>
        <pc:spChg chg="add mod">
          <ac:chgData name="Michael Victor" userId="b190e8fba95ef096" providerId="LiveId" clId="{5C3D22A6-A95A-470D-A7FE-A5CCBB86DBD1}" dt="2026-06-17T13:20:36.275" v="1941" actId="1076"/>
          <ac:spMkLst>
            <pc:docMk/>
            <pc:sldMk cId="611522284" sldId="325"/>
            <ac:spMk id="9" creationId="{FBFA6178-990A-9BE1-2845-0BEDE0C2EB58}"/>
          </ac:spMkLst>
        </pc:spChg>
        <pc:spChg chg="add mod">
          <ac:chgData name="Michael Victor" userId="b190e8fba95ef096" providerId="LiveId" clId="{5C3D22A6-A95A-470D-A7FE-A5CCBB86DBD1}" dt="2026-06-17T13:21:47.315" v="1969" actId="1076"/>
          <ac:spMkLst>
            <pc:docMk/>
            <pc:sldMk cId="611522284" sldId="325"/>
            <ac:spMk id="11" creationId="{23E8C49D-B16A-7645-54D2-6A4968268C71}"/>
          </ac:spMkLst>
        </pc:spChg>
        <pc:spChg chg="add del mod">
          <ac:chgData name="Michael Victor" userId="b190e8fba95ef096" providerId="LiveId" clId="{5C3D22A6-A95A-470D-A7FE-A5CCBB86DBD1}" dt="2026-06-17T13:23:48.139" v="2035" actId="20577"/>
          <ac:spMkLst>
            <pc:docMk/>
            <pc:sldMk cId="611522284" sldId="325"/>
            <ac:spMk id="18" creationId="{72BA1FC2-31F6-40F0-127B-3C5A521DC2BE}"/>
          </ac:spMkLst>
        </pc:spChg>
        <pc:cxnChg chg="add del mod">
          <ac:chgData name="Michael Victor" userId="b190e8fba95ef096" providerId="LiveId" clId="{5C3D22A6-A95A-470D-A7FE-A5CCBB86DBD1}" dt="2026-06-17T13:23:47.084" v="2030" actId="20577"/>
          <ac:cxnSpMkLst>
            <pc:docMk/>
            <pc:sldMk cId="611522284" sldId="325"/>
            <ac:cxnSpMk id="7" creationId="{177E1068-BFCF-3938-5A7D-752FF70C0E45}"/>
          </ac:cxnSpMkLst>
        </pc:cxnChg>
      </pc:sldChg>
      <pc:sldChg chg="addSp modSp new del mod">
        <pc:chgData name="Michael Victor" userId="b190e8fba95ef096" providerId="LiveId" clId="{5C3D22A6-A95A-470D-A7FE-A5CCBB86DBD1}" dt="2026-06-17T13:24:56.004" v="2272" actId="47"/>
        <pc:sldMkLst>
          <pc:docMk/>
          <pc:sldMk cId="1587507929" sldId="326"/>
        </pc:sldMkLst>
        <pc:spChg chg="add mod">
          <ac:chgData name="Michael Victor" userId="b190e8fba95ef096" providerId="LiveId" clId="{5C3D22A6-A95A-470D-A7FE-A5CCBB86DBD1}" dt="2026-06-17T13:20:26.507" v="1939" actId="14100"/>
          <ac:spMkLst>
            <pc:docMk/>
            <pc:sldMk cId="1587507929" sldId="326"/>
            <ac:spMk id="5" creationId="{63EE8D33-421B-441D-13B7-1E1C21926BDF}"/>
          </ac:spMkLst>
        </pc:spChg>
      </pc:sldChg>
      <pc:sldChg chg="add del">
        <pc:chgData name="Michael Victor" userId="b190e8fba95ef096" providerId="LiveId" clId="{5C3D22A6-A95A-470D-A7FE-A5CCBB86DBD1}" dt="2026-06-17T13:27:50.572" v="2501" actId="2890"/>
        <pc:sldMkLst>
          <pc:docMk/>
          <pc:sldMk cId="2067898115" sldId="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B6A79D-0088-432D-A382-442FE44253C9}" type="datetimeFigureOut">
              <a:rPr lang="en-ZA" smtClean="0"/>
              <a:t>2026/06/18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93D142-C101-4934-ADCB-9D12E7A58B7A}" type="slidenum">
              <a:rPr lang="en-ZA" smtClean="0"/>
              <a:t>‹#›</a:t>
            </a:fld>
            <a:endParaRPr lang="en-ZA"/>
          </a:p>
        </p:txBody>
      </p:sp>
    </p:spTree>
    <p:extLst>
      <p:ext uri="{BB962C8B-B14F-4D97-AF65-F5344CB8AC3E}">
        <p14:creationId xmlns:p14="http://schemas.microsoft.com/office/powerpoint/2010/main" val="2050318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huge topic, ad difficult for me to present something that gives some insight but is still brief enough to fit into an hour</a:t>
            </a:r>
          </a:p>
          <a:p>
            <a:endParaRPr lang="en-US" dirty="0"/>
          </a:p>
          <a:p>
            <a:r>
              <a:rPr lang="en-US" dirty="0"/>
              <a:t>Used </a:t>
            </a:r>
            <a:r>
              <a:rPr lang="en-US" dirty="0" err="1"/>
              <a:t>sklearn</a:t>
            </a:r>
            <a:r>
              <a:rPr lang="en-US" dirty="0"/>
              <a:t> for all models in the example</a:t>
            </a:r>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1</a:t>
            </a:fld>
            <a:endParaRPr lang="en-ZA"/>
          </a:p>
        </p:txBody>
      </p:sp>
    </p:spTree>
    <p:extLst>
      <p:ext uri="{BB962C8B-B14F-4D97-AF65-F5344CB8AC3E}">
        <p14:creationId xmlns:p14="http://schemas.microsoft.com/office/powerpoint/2010/main" val="651269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science is multi-disciplinary</a:t>
            </a:r>
          </a:p>
          <a:p>
            <a:endParaRPr lang="en-US" dirty="0"/>
          </a:p>
          <a:p>
            <a:r>
              <a:rPr lang="en-US" dirty="0"/>
              <a:t>These are just representations because it essence its more complex that this </a:t>
            </a:r>
          </a:p>
          <a:p>
            <a:endParaRPr lang="en-US" dirty="0"/>
          </a:p>
          <a:p>
            <a:r>
              <a:rPr lang="en-US" dirty="0"/>
              <a:t>It contains some combination of:</a:t>
            </a:r>
            <a:br>
              <a:rPr lang="en-US" dirty="0"/>
            </a:br>
            <a:r>
              <a:rPr lang="en-US" dirty="0"/>
              <a:t> - domain understanding or business understanding</a:t>
            </a:r>
          </a:p>
          <a:p>
            <a:r>
              <a:rPr lang="en-US" dirty="0"/>
              <a:t> - computer science </a:t>
            </a:r>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3</a:t>
            </a:fld>
            <a:endParaRPr lang="en-ZA"/>
          </a:p>
        </p:txBody>
      </p:sp>
    </p:spTree>
    <p:extLst>
      <p:ext uri="{BB962C8B-B14F-4D97-AF65-F5344CB8AC3E}">
        <p14:creationId xmlns:p14="http://schemas.microsoft.com/office/powerpoint/2010/main" val="2278325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Descriptive Analytics: </a:t>
            </a:r>
            <a:r>
              <a:rPr lang="en-US" b="0" dirty="0"/>
              <a:t>Examine historical data to answer the question what happened</a:t>
            </a:r>
          </a:p>
          <a:p>
            <a:endParaRPr lang="en-US" b="0" dirty="0"/>
          </a:p>
          <a:p>
            <a:r>
              <a:rPr lang="en-US" b="1" dirty="0"/>
              <a:t>Diagnostic Analytics:</a:t>
            </a:r>
            <a:r>
              <a:rPr lang="en-US" b="0" dirty="0"/>
              <a:t> Could be seen as a subset of descriptive analytics. Focusing on finding the root cause of past events, trends or anomalies. Bridging the gap between descriptive and predictive analytics.</a:t>
            </a:r>
          </a:p>
          <a:p>
            <a:endParaRPr lang="en-US" b="0" dirty="0"/>
          </a:p>
          <a:p>
            <a:r>
              <a:rPr lang="en-US" b="1" dirty="0"/>
              <a:t>Predictive Analytics:</a:t>
            </a:r>
            <a:r>
              <a:rPr lang="en-US" b="0" dirty="0"/>
              <a:t> Essentially where statistical modeling and machine learning fits in, tries to predict future outcomes based on historic data and current state.</a:t>
            </a:r>
            <a:endParaRPr lang="en-US" b="1" dirty="0"/>
          </a:p>
          <a:p>
            <a:endParaRPr lang="en-US" b="1" dirty="0"/>
          </a:p>
          <a:p>
            <a:r>
              <a:rPr lang="en-US" b="1" dirty="0"/>
              <a:t>Prescriptive analytics:</a:t>
            </a:r>
            <a:r>
              <a:rPr lang="en-US" dirty="0"/>
              <a:t> Recommend the best possible action based on current states and constraints.  Using fields like decision science, scenario modeling, mathematical optimization and reinforcement learning </a:t>
            </a:r>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4</a:t>
            </a:fld>
            <a:endParaRPr lang="en-ZA"/>
          </a:p>
        </p:txBody>
      </p:sp>
    </p:spTree>
    <p:extLst>
      <p:ext uri="{BB962C8B-B14F-4D97-AF65-F5344CB8AC3E}">
        <p14:creationId xmlns:p14="http://schemas.microsoft.com/office/powerpoint/2010/main" val="714659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Statistics underpins machine learning</a:t>
            </a:r>
          </a:p>
          <a:p>
            <a:endParaRPr lang="en-US" dirty="0"/>
          </a:p>
          <a:p>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5</a:t>
            </a:fld>
            <a:endParaRPr lang="en-ZA"/>
          </a:p>
        </p:txBody>
      </p:sp>
    </p:spTree>
    <p:extLst>
      <p:ext uri="{BB962C8B-B14F-4D97-AF65-F5344CB8AC3E}">
        <p14:creationId xmlns:p14="http://schemas.microsoft.com/office/powerpoint/2010/main" val="2327874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Supervised Learning: requires a set of labeled data to train the algorithms</a:t>
            </a:r>
          </a:p>
          <a:p>
            <a:endParaRPr lang="en-US" dirty="0"/>
          </a:p>
          <a:p>
            <a:r>
              <a:rPr lang="en-US" dirty="0"/>
              <a:t>Unsupervised Learning: no labels, used to look for patterns in the data</a:t>
            </a:r>
          </a:p>
          <a:p>
            <a:endParaRPr lang="en-US" dirty="0"/>
          </a:p>
          <a:p>
            <a:r>
              <a:rPr lang="en-US" dirty="0"/>
              <a:t>Reinforcement Learning: No data required, model learns by doing and being </a:t>
            </a:r>
            <a:r>
              <a:rPr lang="en-US" dirty="0" err="1"/>
              <a:t>penalised</a:t>
            </a:r>
            <a:r>
              <a:rPr lang="en-US" dirty="0"/>
              <a:t> for bad outcomes and rewarded for good outcomes, learning to play games etc.</a:t>
            </a:r>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6</a:t>
            </a:fld>
            <a:endParaRPr lang="en-ZA"/>
          </a:p>
        </p:txBody>
      </p:sp>
    </p:spTree>
    <p:extLst>
      <p:ext uri="{BB962C8B-B14F-4D97-AF65-F5344CB8AC3E}">
        <p14:creationId xmlns:p14="http://schemas.microsoft.com/office/powerpoint/2010/main" val="2718479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E3552-E2AB-CFDE-3FFD-E55BC1DF3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A7AF11-93EC-E376-D8DD-1D167FC4C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FC169-3A6C-0B57-0262-2577640C8C01}"/>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FA11B9A6-6038-8328-C2E3-83B8F272ACDD}"/>
              </a:ext>
            </a:extLst>
          </p:cNvPr>
          <p:cNvSpPr>
            <a:spLocks noGrp="1"/>
          </p:cNvSpPr>
          <p:nvPr>
            <p:ph type="sldNum" sz="quarter" idx="5"/>
          </p:nvPr>
        </p:nvSpPr>
        <p:spPr/>
        <p:txBody>
          <a:bodyPr/>
          <a:lstStyle/>
          <a:p>
            <a:fld id="{A593D142-C101-4934-ADCB-9D12E7A58B7A}" type="slidenum">
              <a:rPr lang="en-ZA" smtClean="0"/>
              <a:t>7</a:t>
            </a:fld>
            <a:endParaRPr lang="en-ZA"/>
          </a:p>
        </p:txBody>
      </p:sp>
    </p:spTree>
    <p:extLst>
      <p:ext uri="{BB962C8B-B14F-4D97-AF65-F5344CB8AC3E}">
        <p14:creationId xmlns:p14="http://schemas.microsoft.com/office/powerpoint/2010/main" val="2148180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Gorillas game</a:t>
            </a:r>
          </a:p>
          <a:p>
            <a:pPr lvl="1"/>
            <a:r>
              <a:rPr lang="en-US" dirty="0"/>
              <a:t>Statistical variance for the </a:t>
            </a:r>
            <a:r>
              <a:rPr lang="en-US" dirty="0" err="1"/>
              <a:t>banannas</a:t>
            </a:r>
            <a:r>
              <a:rPr lang="en-US" dirty="0"/>
              <a:t>, wind</a:t>
            </a:r>
          </a:p>
          <a:p>
            <a:pPr lvl="1"/>
            <a:r>
              <a:rPr lang="en-US" dirty="0" err="1"/>
              <a:t>Ml</a:t>
            </a:r>
            <a:r>
              <a:rPr lang="en-US" dirty="0"/>
              <a:t> model that predicts the through and angle</a:t>
            </a:r>
            <a:endParaRPr lang="en-ZA" dirty="0"/>
          </a:p>
          <a:p>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8</a:t>
            </a:fld>
            <a:endParaRPr lang="en-ZA"/>
          </a:p>
        </p:txBody>
      </p:sp>
    </p:spTree>
    <p:extLst>
      <p:ext uri="{BB962C8B-B14F-4D97-AF65-F5344CB8AC3E}">
        <p14:creationId xmlns:p14="http://schemas.microsoft.com/office/powerpoint/2010/main" val="71333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-&gt; list of inputs or features</a:t>
            </a:r>
          </a:p>
          <a:p>
            <a:r>
              <a:rPr lang="en-US" dirty="0"/>
              <a:t>F -&gt; Model type</a:t>
            </a:r>
          </a:p>
          <a:p>
            <a:r>
              <a:rPr lang="en-ZA" dirty="0"/>
              <a:t>H -&gt; Model Parameters</a:t>
            </a:r>
          </a:p>
        </p:txBody>
      </p:sp>
      <p:sp>
        <p:nvSpPr>
          <p:cNvPr id="4" name="Slide Number Placeholder 3"/>
          <p:cNvSpPr>
            <a:spLocks noGrp="1"/>
          </p:cNvSpPr>
          <p:nvPr>
            <p:ph type="sldNum" sz="quarter" idx="5"/>
          </p:nvPr>
        </p:nvSpPr>
        <p:spPr/>
        <p:txBody>
          <a:bodyPr/>
          <a:lstStyle/>
          <a:p>
            <a:fld id="{A593D142-C101-4934-ADCB-9D12E7A58B7A}" type="slidenum">
              <a:rPr lang="en-ZA" smtClean="0"/>
              <a:t>10</a:t>
            </a:fld>
            <a:endParaRPr lang="en-ZA"/>
          </a:p>
        </p:txBody>
      </p:sp>
    </p:spTree>
    <p:extLst>
      <p:ext uri="{BB962C8B-B14F-4D97-AF65-F5344CB8AC3E}">
        <p14:creationId xmlns:p14="http://schemas.microsoft.com/office/powerpoint/2010/main" val="3800399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84BEC-0876-AFF5-A194-742E67B5D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CC20B2-570A-AB87-516F-49A1BFAB9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558C9C-E370-1722-9069-FA12C6607D76}"/>
              </a:ext>
            </a:extLst>
          </p:cNvPr>
          <p:cNvSpPr>
            <a:spLocks noGrp="1"/>
          </p:cNvSpPr>
          <p:nvPr>
            <p:ph type="body" idx="1"/>
          </p:nvPr>
        </p:nvSpPr>
        <p:spPr/>
        <p:txBody>
          <a:bodyPr/>
          <a:lstStyle/>
          <a:p>
            <a:r>
              <a:rPr lang="en-US" dirty="0"/>
              <a:t>X -&gt; list of inputs or features</a:t>
            </a:r>
          </a:p>
          <a:p>
            <a:r>
              <a:rPr lang="en-US" dirty="0"/>
              <a:t>F -&gt; Model type</a:t>
            </a:r>
          </a:p>
          <a:p>
            <a:r>
              <a:rPr lang="en-ZA" dirty="0"/>
              <a:t>H -&gt; Model Parameters</a:t>
            </a:r>
          </a:p>
          <a:p>
            <a:endParaRPr lang="en-ZA" dirty="0"/>
          </a:p>
          <a:p>
            <a:r>
              <a:rPr lang="en-ZA" dirty="0"/>
              <a:t>Trained model is the output of the training process -&gt; object that accepts features and outputs results</a:t>
            </a:r>
          </a:p>
          <a:p>
            <a:endParaRPr lang="en-ZA" dirty="0"/>
          </a:p>
          <a:p>
            <a:r>
              <a:rPr lang="en-ZA" dirty="0"/>
              <a:t>Feature engineering: There are some strategies regarding the input data</a:t>
            </a:r>
            <a:br>
              <a:rPr lang="en-ZA" dirty="0"/>
            </a:br>
            <a:br>
              <a:rPr lang="en-ZA" dirty="0"/>
            </a:br>
            <a:r>
              <a:rPr lang="en-ZA" dirty="0"/>
              <a:t>Hyper parameter tuning: way of choosing the best set of model parameters</a:t>
            </a:r>
          </a:p>
        </p:txBody>
      </p:sp>
      <p:sp>
        <p:nvSpPr>
          <p:cNvPr id="4" name="Slide Number Placeholder 3">
            <a:extLst>
              <a:ext uri="{FF2B5EF4-FFF2-40B4-BE49-F238E27FC236}">
                <a16:creationId xmlns:a16="http://schemas.microsoft.com/office/drawing/2014/main" id="{4DE2FCAB-870B-DD06-7285-6D6A62E5F77B}"/>
              </a:ext>
            </a:extLst>
          </p:cNvPr>
          <p:cNvSpPr>
            <a:spLocks noGrp="1"/>
          </p:cNvSpPr>
          <p:nvPr>
            <p:ph type="sldNum" sz="quarter" idx="5"/>
          </p:nvPr>
        </p:nvSpPr>
        <p:spPr/>
        <p:txBody>
          <a:bodyPr/>
          <a:lstStyle/>
          <a:p>
            <a:fld id="{A593D142-C101-4934-ADCB-9D12E7A58B7A}" type="slidenum">
              <a:rPr lang="en-ZA" smtClean="0"/>
              <a:t>11</a:t>
            </a:fld>
            <a:endParaRPr lang="en-ZA"/>
          </a:p>
        </p:txBody>
      </p:sp>
    </p:spTree>
    <p:extLst>
      <p:ext uri="{BB962C8B-B14F-4D97-AF65-F5344CB8AC3E}">
        <p14:creationId xmlns:p14="http://schemas.microsoft.com/office/powerpoint/2010/main" val="2349498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D6968-8A08-1FFA-9EF0-2253CAA56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6B6E4-27FE-2E35-0226-1807B7A74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DF352-0ADF-1A29-155D-3EF2445DBE9A}"/>
              </a:ext>
            </a:extLst>
          </p:cNvPr>
          <p:cNvSpPr>
            <a:spLocks noGrp="1"/>
          </p:cNvSpPr>
          <p:nvPr>
            <p:ph type="body" idx="1"/>
          </p:nvPr>
        </p:nvSpPr>
        <p:spPr/>
        <p:txBody>
          <a:bodyPr/>
          <a:lstStyle/>
          <a:p>
            <a:r>
              <a:rPr lang="en-US" dirty="0"/>
              <a:t>Load trained model, feed features and model outputs a prediction</a:t>
            </a:r>
          </a:p>
          <a:p>
            <a:endParaRPr lang="en-US" dirty="0"/>
          </a:p>
          <a:p>
            <a:r>
              <a:rPr lang="en-US" dirty="0"/>
              <a:t>Show model, model has no idea of the physics of the </a:t>
            </a:r>
            <a:r>
              <a:rPr lang="en-US"/>
              <a:t>problem besides </a:t>
            </a:r>
            <a:r>
              <a:rPr lang="en-US" dirty="0"/>
              <a:t>what it learned during training</a:t>
            </a:r>
            <a:endParaRPr lang="en-ZA" dirty="0"/>
          </a:p>
        </p:txBody>
      </p:sp>
      <p:sp>
        <p:nvSpPr>
          <p:cNvPr id="4" name="Slide Number Placeholder 3">
            <a:extLst>
              <a:ext uri="{FF2B5EF4-FFF2-40B4-BE49-F238E27FC236}">
                <a16:creationId xmlns:a16="http://schemas.microsoft.com/office/drawing/2014/main" id="{FB09B952-27E7-D632-533C-00ACE892E934}"/>
              </a:ext>
            </a:extLst>
          </p:cNvPr>
          <p:cNvSpPr>
            <a:spLocks noGrp="1"/>
          </p:cNvSpPr>
          <p:nvPr>
            <p:ph type="sldNum" sz="quarter" idx="5"/>
          </p:nvPr>
        </p:nvSpPr>
        <p:spPr/>
        <p:txBody>
          <a:bodyPr/>
          <a:lstStyle/>
          <a:p>
            <a:fld id="{A593D142-C101-4934-ADCB-9D12E7A58B7A}" type="slidenum">
              <a:rPr lang="en-ZA" smtClean="0"/>
              <a:t>12</a:t>
            </a:fld>
            <a:endParaRPr lang="en-ZA"/>
          </a:p>
        </p:txBody>
      </p:sp>
    </p:spTree>
    <p:extLst>
      <p:ext uri="{BB962C8B-B14F-4D97-AF65-F5344CB8AC3E}">
        <p14:creationId xmlns:p14="http://schemas.microsoft.com/office/powerpoint/2010/main" val="3368007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nature of machine learning is experimental:  </a:t>
            </a:r>
          </a:p>
          <a:p>
            <a:endParaRPr lang="en-US" dirty="0"/>
          </a:p>
          <a:p>
            <a:r>
              <a:rPr lang="en-US" dirty="0"/>
              <a:t>Understand the problem: You need to know what features would make sense to add that would assist with predicting the outcome, doesn’t make sense to use e.g. number of letters in customer name to try and predict sales</a:t>
            </a:r>
          </a:p>
          <a:p>
            <a:endParaRPr lang="en-US" dirty="0"/>
          </a:p>
          <a:p>
            <a:r>
              <a:rPr lang="en-US" dirty="0"/>
              <a:t>Data cleaning and preparation: this is self explanatory, data needs to be fit for use, errors duplicates, incorrect joins will generate incorrect data that will mess up the results from your ml model</a:t>
            </a:r>
          </a:p>
          <a:p>
            <a:endParaRPr lang="en-US" dirty="0"/>
          </a:p>
          <a:p>
            <a:r>
              <a:rPr lang="en-US" dirty="0"/>
              <a:t>Feature Engineering: Feature engineering is scaling, encoding, combining, reducing features sent to the model </a:t>
            </a:r>
          </a:p>
          <a:p>
            <a:endParaRPr lang="en-US" dirty="0"/>
          </a:p>
          <a:p>
            <a:r>
              <a:rPr lang="en-US" dirty="0"/>
              <a:t>Model Selection and Training: decide on what model will be used and how it will be trained, what hyperparameters will be used and against what metrics etc.</a:t>
            </a:r>
          </a:p>
          <a:p>
            <a:endParaRPr lang="en-US" dirty="0"/>
          </a:p>
          <a:p>
            <a:r>
              <a:rPr lang="en-US" dirty="0"/>
              <a:t>Model Evaluation: evaluate the model against testing data</a:t>
            </a:r>
          </a:p>
          <a:p>
            <a:endParaRPr lang="en-US" dirty="0"/>
          </a:p>
          <a:p>
            <a:r>
              <a:rPr lang="en-US" dirty="0"/>
              <a:t>Prediction: finally predict </a:t>
            </a:r>
          </a:p>
          <a:p>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13</a:t>
            </a:fld>
            <a:endParaRPr lang="en-ZA"/>
          </a:p>
        </p:txBody>
      </p:sp>
    </p:spTree>
    <p:extLst>
      <p:ext uri="{BB962C8B-B14F-4D97-AF65-F5344CB8AC3E}">
        <p14:creationId xmlns:p14="http://schemas.microsoft.com/office/powerpoint/2010/main" val="544538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8E2F-1D36-CB77-C62F-DB2AAC93B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E7C0DB-DAC0-507B-55CE-2BC99C315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17423F-AB28-311A-1C65-B8C0CC6A1D47}"/>
              </a:ext>
            </a:extLst>
          </p:cNvPr>
          <p:cNvSpPr>
            <a:spLocks noGrp="1"/>
          </p:cNvSpPr>
          <p:nvPr>
            <p:ph type="body" idx="1"/>
          </p:nvPr>
        </p:nvSpPr>
        <p:spPr/>
        <p:txBody>
          <a:bodyPr/>
          <a:lstStyle/>
          <a:p>
            <a:r>
              <a:rPr lang="en-US" dirty="0"/>
              <a:t>The nature of machine learning is experimental so in reality the process can be very messy</a:t>
            </a:r>
          </a:p>
          <a:p>
            <a:endParaRPr lang="en-US" dirty="0"/>
          </a:p>
          <a:p>
            <a:r>
              <a:rPr lang="en-US" dirty="0"/>
              <a:t> and the results of the model and send you into several investigations and suggestions for improvement and the user can revisit may differently steps of the process completely out of order</a:t>
            </a:r>
          </a:p>
        </p:txBody>
      </p:sp>
      <p:sp>
        <p:nvSpPr>
          <p:cNvPr id="4" name="Slide Number Placeholder 3">
            <a:extLst>
              <a:ext uri="{FF2B5EF4-FFF2-40B4-BE49-F238E27FC236}">
                <a16:creationId xmlns:a16="http://schemas.microsoft.com/office/drawing/2014/main" id="{1B1C0B94-C7C8-1526-34EC-344488686898}"/>
              </a:ext>
            </a:extLst>
          </p:cNvPr>
          <p:cNvSpPr>
            <a:spLocks noGrp="1"/>
          </p:cNvSpPr>
          <p:nvPr>
            <p:ph type="sldNum" sz="quarter" idx="5"/>
          </p:nvPr>
        </p:nvSpPr>
        <p:spPr/>
        <p:txBody>
          <a:bodyPr/>
          <a:lstStyle/>
          <a:p>
            <a:fld id="{A593D142-C101-4934-ADCB-9D12E7A58B7A}" type="slidenum">
              <a:rPr lang="en-ZA" smtClean="0"/>
              <a:t>14</a:t>
            </a:fld>
            <a:endParaRPr lang="en-ZA"/>
          </a:p>
        </p:txBody>
      </p:sp>
    </p:spTree>
    <p:extLst>
      <p:ext uri="{BB962C8B-B14F-4D97-AF65-F5344CB8AC3E}">
        <p14:creationId xmlns:p14="http://schemas.microsoft.com/office/powerpoint/2010/main" val="3494541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accurate mean in teams of ML?</a:t>
            </a:r>
          </a:p>
          <a:p>
            <a:r>
              <a:rPr lang="en-US" dirty="0"/>
              <a:t> - accuracy has different definitions based on if its classification or regression. Will discuss later</a:t>
            </a:r>
          </a:p>
          <a:p>
            <a:endParaRPr lang="en-US" dirty="0"/>
          </a:p>
          <a:p>
            <a:r>
              <a:rPr lang="en-US" dirty="0"/>
              <a:t>What does generalizable mean?</a:t>
            </a:r>
          </a:p>
          <a:p>
            <a:r>
              <a:rPr lang="en-US" dirty="0"/>
              <a:t> - </a:t>
            </a:r>
            <a:r>
              <a:rPr lang="en-US" dirty="0" err="1"/>
              <a:t>Generilizability</a:t>
            </a:r>
            <a:r>
              <a:rPr lang="en-US" dirty="0"/>
              <a:t> is one of the most important measures of machine learning models.  means that it does not just work well on the training data but also on actual data in production</a:t>
            </a:r>
            <a:endParaRPr lang="en-ZA" dirty="0"/>
          </a:p>
          <a:p>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15</a:t>
            </a:fld>
            <a:endParaRPr lang="en-ZA"/>
          </a:p>
        </p:txBody>
      </p:sp>
    </p:spTree>
    <p:extLst>
      <p:ext uri="{BB962C8B-B14F-4D97-AF65-F5344CB8AC3E}">
        <p14:creationId xmlns:p14="http://schemas.microsoft.com/office/powerpoint/2010/main" val="404168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general, regression metrics are based on the difference between the actual outcome and the predicted outcome</a:t>
            </a:r>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16</a:t>
            </a:fld>
            <a:endParaRPr lang="en-ZA"/>
          </a:p>
        </p:txBody>
      </p:sp>
    </p:spTree>
    <p:extLst>
      <p:ext uri="{BB962C8B-B14F-4D97-AF65-F5344CB8AC3E}">
        <p14:creationId xmlns:p14="http://schemas.microsoft.com/office/powerpoint/2010/main" val="3474252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Confusion matrix: gold standard for classification model evaluation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Accuracy is ok but when the dataset is imbalanced, or where one kind of mistake (FN or FP) is more costly than the other, which is the case in most real-world applications, it's better to optimize for one of the other metrics instead.</a:t>
            </a:r>
            <a:br>
              <a:rPr lang="en-ZA" dirty="0"/>
            </a:br>
            <a:br>
              <a:rPr lang="en-ZA" dirty="0"/>
            </a:br>
            <a:r>
              <a:rPr lang="en-ZA" dirty="0"/>
              <a:t>Example: data is unbalanced. E.g. fraudulent transactions other metrics like recall or precision or F1 is better</a:t>
            </a:r>
          </a:p>
          <a:p>
            <a:endParaRPr lang="en-ZA" dirty="0"/>
          </a:p>
          <a:p>
            <a:r>
              <a:rPr lang="en-ZA" dirty="0"/>
              <a:t>---</a:t>
            </a:r>
          </a:p>
          <a:p>
            <a:endParaRPr lang="en-ZA" dirty="0"/>
          </a:p>
          <a:p>
            <a:r>
              <a:rPr lang="en-ZA" dirty="0"/>
              <a:t>Precision: false positives need to be minimized such as detecting spam emails or fraud.</a:t>
            </a:r>
          </a:p>
          <a:p>
            <a:endParaRPr lang="en-ZA" dirty="0"/>
          </a:p>
          <a:p>
            <a:r>
              <a:rPr lang="en-ZA" dirty="0"/>
              <a:t>Recall: is essential when missing positive cases has significant consequences like in medical tests</a:t>
            </a:r>
          </a:p>
          <a:p>
            <a:endParaRPr lang="en-ZA" dirty="0"/>
          </a:p>
          <a:p>
            <a:r>
              <a:rPr lang="en-ZA" dirty="0"/>
              <a:t>F1 Score: For cases where precision and recall are equally important</a:t>
            </a:r>
          </a:p>
        </p:txBody>
      </p:sp>
      <p:sp>
        <p:nvSpPr>
          <p:cNvPr id="4" name="Slide Number Placeholder 3"/>
          <p:cNvSpPr>
            <a:spLocks noGrp="1"/>
          </p:cNvSpPr>
          <p:nvPr>
            <p:ph type="sldNum" sz="quarter" idx="5"/>
          </p:nvPr>
        </p:nvSpPr>
        <p:spPr/>
        <p:txBody>
          <a:bodyPr/>
          <a:lstStyle/>
          <a:p>
            <a:fld id="{A593D142-C101-4934-ADCB-9D12E7A58B7A}" type="slidenum">
              <a:rPr lang="en-ZA" smtClean="0"/>
              <a:t>17</a:t>
            </a:fld>
            <a:endParaRPr lang="en-ZA"/>
          </a:p>
        </p:txBody>
      </p:sp>
    </p:spTree>
    <p:extLst>
      <p:ext uri="{BB962C8B-B14F-4D97-AF65-F5344CB8AC3E}">
        <p14:creationId xmlns:p14="http://schemas.microsoft.com/office/powerpoint/2010/main" val="3021711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question is can we do something about it besides just random </a:t>
            </a:r>
            <a:r>
              <a:rPr lang="en-US" dirty="0" err="1"/>
              <a:t>gessing</a:t>
            </a:r>
            <a:r>
              <a:rPr lang="en-US" dirty="0"/>
              <a:t>….</a:t>
            </a:r>
            <a:endParaRPr lang="en-ZA" dirty="0"/>
          </a:p>
        </p:txBody>
      </p:sp>
      <p:sp>
        <p:nvSpPr>
          <p:cNvPr id="4" name="Slide Number Placeholder 3"/>
          <p:cNvSpPr>
            <a:spLocks noGrp="1"/>
          </p:cNvSpPr>
          <p:nvPr>
            <p:ph type="sldNum" sz="quarter" idx="5"/>
          </p:nvPr>
        </p:nvSpPr>
        <p:spPr/>
        <p:txBody>
          <a:bodyPr/>
          <a:lstStyle/>
          <a:p>
            <a:fld id="{A593D142-C101-4934-ADCB-9D12E7A58B7A}" type="slidenum">
              <a:rPr lang="en-ZA" smtClean="0"/>
              <a:t>18</a:t>
            </a:fld>
            <a:endParaRPr lang="en-ZA"/>
          </a:p>
        </p:txBody>
      </p:sp>
    </p:spTree>
    <p:extLst>
      <p:ext uri="{BB962C8B-B14F-4D97-AF65-F5344CB8AC3E}">
        <p14:creationId xmlns:p14="http://schemas.microsoft.com/office/powerpoint/2010/main" val="13115992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reduction: Something called the curse of </a:t>
            </a:r>
            <a:r>
              <a:rPr lang="en-US" dirty="0" err="1"/>
              <a:t>dimentionality</a:t>
            </a:r>
            <a:r>
              <a:rPr lang="en-US" dirty="0"/>
              <a:t> </a:t>
            </a:r>
          </a:p>
          <a:p>
            <a:r>
              <a:rPr lang="en-US" dirty="0"/>
              <a:t> - PCA: </a:t>
            </a:r>
            <a:r>
              <a:rPr lang="en-ZA" dirty="0"/>
              <a:t>he most widely used technique. It transforms a large set of correlated variables into a smaller set of uncorrelated variables (principal components) while capturing as much data variance as possible</a:t>
            </a:r>
          </a:p>
          <a:p>
            <a:r>
              <a:rPr lang="en-ZA" dirty="0"/>
              <a:t> - T-SNE: reduces high-dimensional data into 2D or 3D spaces while preserving the localized groupings and structures of the original data</a:t>
            </a:r>
          </a:p>
          <a:p>
            <a:r>
              <a:rPr lang="en-ZA" dirty="0"/>
              <a:t> - Use Models with regularization methods e.g. Lasso or  regression-&gt; penalises features that do not contribute much</a:t>
            </a:r>
          </a:p>
        </p:txBody>
      </p:sp>
      <p:sp>
        <p:nvSpPr>
          <p:cNvPr id="4" name="Slide Number Placeholder 3"/>
          <p:cNvSpPr>
            <a:spLocks noGrp="1"/>
          </p:cNvSpPr>
          <p:nvPr>
            <p:ph type="sldNum" sz="quarter" idx="5"/>
          </p:nvPr>
        </p:nvSpPr>
        <p:spPr/>
        <p:txBody>
          <a:bodyPr/>
          <a:lstStyle/>
          <a:p>
            <a:fld id="{A593D142-C101-4934-ADCB-9D12E7A58B7A}" type="slidenum">
              <a:rPr lang="en-ZA" smtClean="0"/>
              <a:t>19</a:t>
            </a:fld>
            <a:endParaRPr lang="en-ZA"/>
          </a:p>
        </p:txBody>
      </p:sp>
    </p:spTree>
    <p:extLst>
      <p:ext uri="{BB962C8B-B14F-4D97-AF65-F5344CB8AC3E}">
        <p14:creationId xmlns:p14="http://schemas.microsoft.com/office/powerpoint/2010/main" val="1013720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Fewer, more informative features = easier for all models to learn, especially the linear one</a:t>
            </a:r>
          </a:p>
          <a:p>
            <a:endParaRPr lang="en-ZA" dirty="0"/>
          </a:p>
          <a:p>
            <a:r>
              <a:rPr lang="en-ZA" dirty="0"/>
              <a:t>Combine features where applicable to simplify or reduce the amount of relationships the model needs to learn</a:t>
            </a:r>
          </a:p>
        </p:txBody>
      </p:sp>
      <p:sp>
        <p:nvSpPr>
          <p:cNvPr id="4" name="Slide Number Placeholder 3"/>
          <p:cNvSpPr>
            <a:spLocks noGrp="1"/>
          </p:cNvSpPr>
          <p:nvPr>
            <p:ph type="sldNum" sz="quarter" idx="5"/>
          </p:nvPr>
        </p:nvSpPr>
        <p:spPr/>
        <p:txBody>
          <a:bodyPr/>
          <a:lstStyle/>
          <a:p>
            <a:fld id="{A593D142-C101-4934-ADCB-9D12E7A58B7A}" type="slidenum">
              <a:rPr lang="en-ZA" smtClean="0"/>
              <a:t>20</a:t>
            </a:fld>
            <a:endParaRPr lang="en-ZA"/>
          </a:p>
        </p:txBody>
      </p:sp>
    </p:spTree>
    <p:extLst>
      <p:ext uri="{BB962C8B-B14F-4D97-AF65-F5344CB8AC3E}">
        <p14:creationId xmlns:p14="http://schemas.microsoft.com/office/powerpoint/2010/main" val="783185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CEB7B-3911-CF14-AB73-04BBB0DD3F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0E80D16-1F75-EBFF-A9EE-2662353174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E91F94DA-1677-190F-8649-B15CEE9C48FD}"/>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5" name="Footer Placeholder 4">
            <a:extLst>
              <a:ext uri="{FF2B5EF4-FFF2-40B4-BE49-F238E27FC236}">
                <a16:creationId xmlns:a16="http://schemas.microsoft.com/office/drawing/2014/main" id="{40E78FEB-DEBF-48B9-C1D1-58D261453C4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9B6FE4B-A1EA-0F24-5D3A-8EDE0A4CF66E}"/>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1759147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B07C-E954-A5F2-B52C-2F3CEF37782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7CDA3116-16F5-B41A-0808-E667F393DD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7C4AB6B-C252-0905-9747-5907170C95AD}"/>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5" name="Footer Placeholder 4">
            <a:extLst>
              <a:ext uri="{FF2B5EF4-FFF2-40B4-BE49-F238E27FC236}">
                <a16:creationId xmlns:a16="http://schemas.microsoft.com/office/drawing/2014/main" id="{192D36BD-FC45-8897-57FB-8F6D974C6DE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343D7F5-77C8-2ABB-4DA4-E79004B541E2}"/>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2210897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0AB3C-4731-1D77-4B6E-50A65295AF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DAD4311E-021A-AC68-0A67-038EB3F2BA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4DF245-0A33-E07A-BF0F-DD1D835B5820}"/>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5" name="Footer Placeholder 4">
            <a:extLst>
              <a:ext uri="{FF2B5EF4-FFF2-40B4-BE49-F238E27FC236}">
                <a16:creationId xmlns:a16="http://schemas.microsoft.com/office/drawing/2014/main" id="{5115B297-AFD9-547C-960A-224D2CB9588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9267170-D04F-BB18-123C-AE2D2EBA66F8}"/>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3955874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353BB-6FB5-01B1-CD87-B62A3A250CE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6D0BC72-3A81-98C4-03B0-AC783CB42B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C495330F-9224-EF68-6A8D-97784A720E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28119A8-9428-366F-C72A-D2EA8F167032}"/>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6" name="Footer Placeholder 5">
            <a:extLst>
              <a:ext uri="{FF2B5EF4-FFF2-40B4-BE49-F238E27FC236}">
                <a16:creationId xmlns:a16="http://schemas.microsoft.com/office/drawing/2014/main" id="{939237DD-7AB1-2723-0CD1-B35A1BA5C08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FCBD915-65C0-F042-6E40-12934F9D82DB}"/>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1056281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AF873-0243-4A8E-0C7B-2594B705AC02}"/>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30FC70CF-4693-D354-63E7-30852131E1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334BCE-1A56-89A9-F62F-296CC4C823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B5E73343-77B9-BE84-01DF-A2157A0E38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87B662-AFF1-4D80-9373-D84822E662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29CFAC67-E70C-7D83-6D2B-0B82F84DD0A5}"/>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8" name="Footer Placeholder 7">
            <a:extLst>
              <a:ext uri="{FF2B5EF4-FFF2-40B4-BE49-F238E27FC236}">
                <a16:creationId xmlns:a16="http://schemas.microsoft.com/office/drawing/2014/main" id="{C3338C06-46E2-D6FA-13A3-F817A9700CE6}"/>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F7A58C36-27CF-8ABB-AF78-6FE0C575F403}"/>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3462112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AFA9D-24FE-F0F4-3EE1-11975D5995BF}"/>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0DB253CE-360D-53C5-B9FD-8D331AE9F63F}"/>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4" name="Footer Placeholder 3">
            <a:extLst>
              <a:ext uri="{FF2B5EF4-FFF2-40B4-BE49-F238E27FC236}">
                <a16:creationId xmlns:a16="http://schemas.microsoft.com/office/drawing/2014/main" id="{78A77640-ACB3-9CE6-4191-979E49A3BB6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51F2518-3DFB-ADB3-B8B2-B12F8F78725F}"/>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3661146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28DACF-EA8D-6D0F-8178-D1223EF01ED9}"/>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3" name="Footer Placeholder 2">
            <a:extLst>
              <a:ext uri="{FF2B5EF4-FFF2-40B4-BE49-F238E27FC236}">
                <a16:creationId xmlns:a16="http://schemas.microsoft.com/office/drawing/2014/main" id="{38F53BF6-D832-D1B9-4CEF-724B86039A45}"/>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F8C2E9D5-5A5E-3A3E-DAFB-C2AAEF59B1F7}"/>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918336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AF100-B629-BA15-EF00-8B69625486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30A8B77A-BF5A-F639-0E9F-69F6986A50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DB3F97DD-FACF-FEAC-ABDA-2D38A2DC1F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8B5C7B-AE70-15A7-D236-4D0E10901F56}"/>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6" name="Footer Placeholder 5">
            <a:extLst>
              <a:ext uri="{FF2B5EF4-FFF2-40B4-BE49-F238E27FC236}">
                <a16:creationId xmlns:a16="http://schemas.microsoft.com/office/drawing/2014/main" id="{ABFFB340-F579-4C09-FF70-DDC2BCF0846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C2A0DE8-8B67-53EE-7640-BA1C0E1D6152}"/>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66393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6E2EB-E81F-04D8-C426-7F9E6DD296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3CC83D9-B44C-2B8E-8B5C-BCF09CF3EC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7B3033CF-77C6-6B59-B6A2-4D48F7A465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84E864-8A47-BD30-D2F1-40BFE09C6C29}"/>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6" name="Footer Placeholder 5">
            <a:extLst>
              <a:ext uri="{FF2B5EF4-FFF2-40B4-BE49-F238E27FC236}">
                <a16:creationId xmlns:a16="http://schemas.microsoft.com/office/drawing/2014/main" id="{0D86F520-8810-1079-BD3A-A2BB4935779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F81D32A-2CE6-7ACA-2315-AD11E4769219}"/>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3541401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44986-3C62-A59A-85A1-EDD58637A9A4}"/>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22D36AB5-DD7F-3552-0A7A-1D79093E45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B53BD82-0F7C-E487-9C7B-5A23E3CD67B2}"/>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5" name="Footer Placeholder 4">
            <a:extLst>
              <a:ext uri="{FF2B5EF4-FFF2-40B4-BE49-F238E27FC236}">
                <a16:creationId xmlns:a16="http://schemas.microsoft.com/office/drawing/2014/main" id="{6C2AF6B6-093D-B242-BBB3-5A9DFED972E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049B557-8FA1-392B-6333-747A28B393F2}"/>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1980618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CD46F-AEC0-927F-A077-CC4B4DE1C0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B4F8E19-0B4B-B756-8A42-6851678905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6E3214E-33BF-9387-75F0-311926209764}"/>
              </a:ext>
            </a:extLst>
          </p:cNvPr>
          <p:cNvSpPr>
            <a:spLocks noGrp="1"/>
          </p:cNvSpPr>
          <p:nvPr>
            <p:ph type="dt" sz="half" idx="10"/>
          </p:nvPr>
        </p:nvSpPr>
        <p:spPr/>
        <p:txBody>
          <a:bodyPr/>
          <a:lstStyle/>
          <a:p>
            <a:fld id="{6E36BC93-142D-448B-B9A4-6D6FF47D759F}" type="datetimeFigureOut">
              <a:rPr lang="en-ZA" smtClean="0"/>
              <a:t>2026/06/18</a:t>
            </a:fld>
            <a:endParaRPr lang="en-ZA"/>
          </a:p>
        </p:txBody>
      </p:sp>
      <p:sp>
        <p:nvSpPr>
          <p:cNvPr id="5" name="Footer Placeholder 4">
            <a:extLst>
              <a:ext uri="{FF2B5EF4-FFF2-40B4-BE49-F238E27FC236}">
                <a16:creationId xmlns:a16="http://schemas.microsoft.com/office/drawing/2014/main" id="{A5FC380E-18C7-94A2-4AF7-01446931035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3002212-C561-5EF1-D9D2-E76D2D7E0F17}"/>
              </a:ext>
            </a:extLst>
          </p:cNvPr>
          <p:cNvSpPr>
            <a:spLocks noGrp="1"/>
          </p:cNvSpPr>
          <p:nvPr>
            <p:ph type="sldNum" sz="quarter" idx="12"/>
          </p:nvPr>
        </p:nvSpPr>
        <p:spPr/>
        <p:txBody>
          <a:bodyPr/>
          <a:lstStyle/>
          <a:p>
            <a:fld id="{97E50E92-A73E-4728-85E1-82BA9D0F3180}" type="slidenum">
              <a:rPr lang="en-ZA" smtClean="0"/>
              <a:t>‹#›</a:t>
            </a:fld>
            <a:endParaRPr lang="en-ZA"/>
          </a:p>
        </p:txBody>
      </p:sp>
    </p:spTree>
    <p:extLst>
      <p:ext uri="{BB962C8B-B14F-4D97-AF65-F5344CB8AC3E}">
        <p14:creationId xmlns:p14="http://schemas.microsoft.com/office/powerpoint/2010/main" val="1082450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5FF982-A3FD-44CC-DB7D-DCFB096D16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94FE5ED-07A1-464D-5169-4B44D53C1A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F962C30-FD75-5F1C-EA69-DF03FCF341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36BC93-142D-448B-B9A4-6D6FF47D759F}" type="datetimeFigureOut">
              <a:rPr lang="en-ZA" smtClean="0"/>
              <a:t>2026/06/18</a:t>
            </a:fld>
            <a:endParaRPr lang="en-ZA"/>
          </a:p>
        </p:txBody>
      </p:sp>
      <p:sp>
        <p:nvSpPr>
          <p:cNvPr id="5" name="Footer Placeholder 4">
            <a:extLst>
              <a:ext uri="{FF2B5EF4-FFF2-40B4-BE49-F238E27FC236}">
                <a16:creationId xmlns:a16="http://schemas.microsoft.com/office/drawing/2014/main" id="{29ADF12F-CFE0-757C-7C4B-4220A12C5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A7670D37-FDAF-2C12-5A27-874201BC40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E50E92-A73E-4728-85E1-82BA9D0F3180}" type="slidenum">
              <a:rPr lang="en-ZA" smtClean="0"/>
              <a:t>‹#›</a:t>
            </a:fld>
            <a:endParaRPr lang="en-ZA"/>
          </a:p>
        </p:txBody>
      </p:sp>
    </p:spTree>
    <p:extLst>
      <p:ext uri="{BB962C8B-B14F-4D97-AF65-F5344CB8AC3E}">
        <p14:creationId xmlns:p14="http://schemas.microsoft.com/office/powerpoint/2010/main" val="2311123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2D9D3-B6E4-5CF3-E535-170A2072A9C4}"/>
              </a:ext>
            </a:extLst>
          </p:cNvPr>
          <p:cNvSpPr>
            <a:spLocks noGrp="1"/>
          </p:cNvSpPr>
          <p:nvPr>
            <p:ph type="ctrTitle"/>
          </p:nvPr>
        </p:nvSpPr>
        <p:spPr/>
        <p:txBody>
          <a:bodyPr/>
          <a:lstStyle/>
          <a:p>
            <a:r>
              <a:rPr lang="en-US" dirty="0"/>
              <a:t>Introduction to Data Science</a:t>
            </a:r>
            <a:endParaRPr lang="en-ZA" dirty="0"/>
          </a:p>
        </p:txBody>
      </p:sp>
      <p:sp>
        <p:nvSpPr>
          <p:cNvPr id="3" name="Subtitle 2">
            <a:extLst>
              <a:ext uri="{FF2B5EF4-FFF2-40B4-BE49-F238E27FC236}">
                <a16:creationId xmlns:a16="http://schemas.microsoft.com/office/drawing/2014/main" id="{6DCE1D19-648D-AA13-DFDC-FB44DFD12640}"/>
              </a:ext>
            </a:extLst>
          </p:cNvPr>
          <p:cNvSpPr>
            <a:spLocks noGrp="1"/>
          </p:cNvSpPr>
          <p:nvPr>
            <p:ph type="subTitle" idx="1"/>
          </p:nvPr>
        </p:nvSpPr>
        <p:spPr/>
        <p:txBody>
          <a:bodyPr/>
          <a:lstStyle/>
          <a:p>
            <a:r>
              <a:rPr lang="en-US" dirty="0"/>
              <a:t>Focusing on supervised machine learning</a:t>
            </a:r>
          </a:p>
          <a:p>
            <a:r>
              <a:rPr lang="en-US" dirty="0"/>
              <a:t>By Michael Victor</a:t>
            </a:r>
            <a:endParaRPr lang="en-ZA" dirty="0"/>
          </a:p>
        </p:txBody>
      </p:sp>
      <p:pic>
        <p:nvPicPr>
          <p:cNvPr id="7" name="Picture 6">
            <a:extLst>
              <a:ext uri="{FF2B5EF4-FFF2-40B4-BE49-F238E27FC236}">
                <a16:creationId xmlns:a16="http://schemas.microsoft.com/office/drawing/2014/main" id="{38463106-129C-EFEC-E3BD-FA96F702A6EB}"/>
              </a:ext>
            </a:extLst>
          </p:cNvPr>
          <p:cNvPicPr>
            <a:picLocks noChangeAspect="1"/>
          </p:cNvPicPr>
          <p:nvPr/>
        </p:nvPicPr>
        <p:blipFill>
          <a:blip r:embed="rId3"/>
          <a:stretch>
            <a:fillRect/>
          </a:stretch>
        </p:blipFill>
        <p:spPr>
          <a:xfrm>
            <a:off x="4322667" y="465869"/>
            <a:ext cx="3124636" cy="1752845"/>
          </a:xfrm>
          <a:prstGeom prst="rect">
            <a:avLst/>
          </a:prstGeom>
        </p:spPr>
      </p:pic>
    </p:spTree>
    <p:extLst>
      <p:ext uri="{BB962C8B-B14F-4D97-AF65-F5344CB8AC3E}">
        <p14:creationId xmlns:p14="http://schemas.microsoft.com/office/powerpoint/2010/main" val="2946209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E45BF-D697-2C28-291F-85D0C3B9BCDA}"/>
              </a:ext>
            </a:extLst>
          </p:cNvPr>
          <p:cNvSpPr>
            <a:spLocks noGrp="1"/>
          </p:cNvSpPr>
          <p:nvPr>
            <p:ph type="title"/>
          </p:nvPr>
        </p:nvSpPr>
        <p:spPr/>
        <p:txBody>
          <a:bodyPr/>
          <a:lstStyle/>
          <a:p>
            <a:r>
              <a:rPr lang="en-US" dirty="0"/>
              <a:t>Definition of Data Science</a:t>
            </a:r>
            <a:endParaRPr lang="en-ZA" dirty="0"/>
          </a:p>
        </p:txBody>
      </p:sp>
      <p:sp>
        <p:nvSpPr>
          <p:cNvPr id="3" name="Content Placeholder 2">
            <a:extLst>
              <a:ext uri="{FF2B5EF4-FFF2-40B4-BE49-F238E27FC236}">
                <a16:creationId xmlns:a16="http://schemas.microsoft.com/office/drawing/2014/main" id="{74C771C0-85DE-194A-62F8-9200CB397677}"/>
              </a:ext>
            </a:extLst>
          </p:cNvPr>
          <p:cNvSpPr>
            <a:spLocks noGrp="1"/>
          </p:cNvSpPr>
          <p:nvPr>
            <p:ph idx="1"/>
          </p:nvPr>
        </p:nvSpPr>
        <p:spPr/>
        <p:txBody>
          <a:bodyPr/>
          <a:lstStyle/>
          <a:p>
            <a:pPr marL="0" indent="0">
              <a:buNone/>
            </a:pPr>
            <a:r>
              <a:rPr lang="en-ZA" dirty="0"/>
              <a:t>Data science is defined as a scientific discipline that </a:t>
            </a:r>
            <a:r>
              <a:rPr lang="en-ZA" b="1" dirty="0"/>
              <a:t>combines</a:t>
            </a:r>
            <a:r>
              <a:rPr lang="en-ZA" dirty="0"/>
              <a:t> concepts from </a:t>
            </a:r>
            <a:r>
              <a:rPr lang="en-ZA" b="1" dirty="0"/>
              <a:t>computer science</a:t>
            </a:r>
            <a:r>
              <a:rPr lang="en-ZA" dirty="0"/>
              <a:t>, </a:t>
            </a:r>
            <a:r>
              <a:rPr lang="en-ZA" b="1" dirty="0"/>
              <a:t>statistics</a:t>
            </a:r>
            <a:r>
              <a:rPr lang="en-ZA" dirty="0"/>
              <a:t>, and </a:t>
            </a:r>
            <a:r>
              <a:rPr lang="en-ZA" b="1" dirty="0"/>
              <a:t>machine learning</a:t>
            </a:r>
            <a:r>
              <a:rPr lang="en-ZA" dirty="0"/>
              <a:t> to analyse and interpret data in order to </a:t>
            </a:r>
            <a:r>
              <a:rPr lang="en-ZA" b="1" dirty="0"/>
              <a:t>understand</a:t>
            </a:r>
            <a:r>
              <a:rPr lang="en-ZA" dirty="0"/>
              <a:t> its structure and </a:t>
            </a:r>
            <a:r>
              <a:rPr lang="en-ZA" b="1" dirty="0"/>
              <a:t>make predictions</a:t>
            </a:r>
            <a:r>
              <a:rPr lang="en-ZA" dirty="0"/>
              <a:t>. It operates within a data-centric framework, transcending traditional disciplinary boundaries.</a:t>
            </a:r>
          </a:p>
          <a:p>
            <a:endParaRPr lang="en-ZA" dirty="0"/>
          </a:p>
          <a:p>
            <a:pPr marL="0" indent="0">
              <a:buNone/>
            </a:pPr>
            <a:r>
              <a:rPr lang="en-US" dirty="0"/>
              <a:t>Data science is asking and answering questions with data, that will improve business decisions</a:t>
            </a:r>
          </a:p>
          <a:p>
            <a:endParaRPr lang="en-ZA" dirty="0"/>
          </a:p>
        </p:txBody>
      </p:sp>
    </p:spTree>
    <p:extLst>
      <p:ext uri="{BB962C8B-B14F-4D97-AF65-F5344CB8AC3E}">
        <p14:creationId xmlns:p14="http://schemas.microsoft.com/office/powerpoint/2010/main" val="2933499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Data Science? – ITS Blog – Carleton College">
            <a:extLst>
              <a:ext uri="{FF2B5EF4-FFF2-40B4-BE49-F238E27FC236}">
                <a16:creationId xmlns:a16="http://schemas.microsoft.com/office/drawing/2014/main" id="{22ACE09D-FA16-481D-5943-A8678CB4AEA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97" b="7152"/>
          <a:stretch>
            <a:fillRect/>
          </a:stretch>
        </p:blipFill>
        <p:spPr bwMode="auto">
          <a:xfrm>
            <a:off x="492369" y="771356"/>
            <a:ext cx="5028876" cy="47506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ata Science Careers: The Roles in a Data Science Team | dummies">
            <a:extLst>
              <a:ext uri="{FF2B5EF4-FFF2-40B4-BE49-F238E27FC236}">
                <a16:creationId xmlns:a16="http://schemas.microsoft.com/office/drawing/2014/main" id="{62F28C09-292D-8742-12F3-90CC98BA98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2219" y="681037"/>
            <a:ext cx="6617475" cy="5306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517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D5F8-068E-0527-91EB-AA58FD97AFAB}"/>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CAF0AC9-B7DC-29E1-5C7C-C11921FE1370}"/>
              </a:ext>
            </a:extLst>
          </p:cNvPr>
          <p:cNvSpPr/>
          <p:nvPr/>
        </p:nvSpPr>
        <p:spPr>
          <a:xfrm>
            <a:off x="674914" y="3690033"/>
            <a:ext cx="8643257" cy="24869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7907DA13-78B5-DDCB-64F9-6C6C2980C1B4}"/>
              </a:ext>
            </a:extLst>
          </p:cNvPr>
          <p:cNvSpPr/>
          <p:nvPr/>
        </p:nvSpPr>
        <p:spPr>
          <a:xfrm>
            <a:off x="674914" y="1690688"/>
            <a:ext cx="8643257" cy="1966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1F816AC-7455-6EB8-0AE5-7A8DD20F22C8}"/>
              </a:ext>
            </a:extLst>
          </p:cNvPr>
          <p:cNvSpPr>
            <a:spLocks noGrp="1"/>
          </p:cNvSpPr>
          <p:nvPr>
            <p:ph type="title"/>
          </p:nvPr>
        </p:nvSpPr>
        <p:spPr/>
        <p:txBody>
          <a:bodyPr/>
          <a:lstStyle/>
          <a:p>
            <a:r>
              <a:rPr lang="en-US" dirty="0"/>
              <a:t>Types of Analytics Questions</a:t>
            </a:r>
            <a:endParaRPr lang="en-ZA" dirty="0"/>
          </a:p>
        </p:txBody>
      </p:sp>
      <p:sp>
        <p:nvSpPr>
          <p:cNvPr id="3" name="Content Placeholder 2">
            <a:extLst>
              <a:ext uri="{FF2B5EF4-FFF2-40B4-BE49-F238E27FC236}">
                <a16:creationId xmlns:a16="http://schemas.microsoft.com/office/drawing/2014/main" id="{FE262BFC-EB08-67B4-E237-7B3727951F7C}"/>
              </a:ext>
            </a:extLst>
          </p:cNvPr>
          <p:cNvSpPr>
            <a:spLocks noGrp="1"/>
          </p:cNvSpPr>
          <p:nvPr>
            <p:ph idx="1"/>
          </p:nvPr>
        </p:nvSpPr>
        <p:spPr>
          <a:xfrm>
            <a:off x="838200" y="1825625"/>
            <a:ext cx="8282354" cy="3895237"/>
          </a:xfrm>
        </p:spPr>
        <p:txBody>
          <a:bodyPr>
            <a:normAutofit fontScale="85000" lnSpcReduction="10000"/>
          </a:bodyPr>
          <a:lstStyle/>
          <a:p>
            <a:pPr>
              <a:lnSpc>
                <a:spcPct val="120000"/>
              </a:lnSpc>
            </a:pPr>
            <a:r>
              <a:rPr lang="en-ZA" b="1" dirty="0">
                <a:solidFill>
                  <a:schemeClr val="bg2">
                    <a:lumMod val="10000"/>
                  </a:schemeClr>
                </a:solidFill>
              </a:rPr>
              <a:t>Descriptive:</a:t>
            </a:r>
            <a:r>
              <a:rPr lang="en-ZA" dirty="0">
                <a:solidFill>
                  <a:schemeClr val="bg2">
                    <a:lumMod val="10000"/>
                  </a:schemeClr>
                </a:solidFill>
              </a:rPr>
              <a:t> "What happened?" (e.g., "What were the average sales in Q3?")</a:t>
            </a:r>
          </a:p>
          <a:p>
            <a:pPr>
              <a:lnSpc>
                <a:spcPct val="120000"/>
              </a:lnSpc>
            </a:pPr>
            <a:r>
              <a:rPr lang="en-ZA" b="1" dirty="0">
                <a:solidFill>
                  <a:schemeClr val="bg2">
                    <a:lumMod val="10000"/>
                  </a:schemeClr>
                </a:solidFill>
              </a:rPr>
              <a:t>Diagnostic:</a:t>
            </a:r>
            <a:r>
              <a:rPr lang="en-ZA" dirty="0">
                <a:solidFill>
                  <a:schemeClr val="bg2">
                    <a:lumMod val="10000"/>
                  </a:schemeClr>
                </a:solidFill>
              </a:rPr>
              <a:t> "Why did it happen?" (e.g., "Why did website traffic drop by 20%?")</a:t>
            </a:r>
          </a:p>
          <a:p>
            <a:pPr>
              <a:lnSpc>
                <a:spcPct val="120000"/>
              </a:lnSpc>
            </a:pPr>
            <a:r>
              <a:rPr lang="en-ZA" b="1" dirty="0">
                <a:solidFill>
                  <a:schemeClr val="bg2">
                    <a:lumMod val="10000"/>
                  </a:schemeClr>
                </a:solidFill>
              </a:rPr>
              <a:t>Predictive:</a:t>
            </a:r>
            <a:r>
              <a:rPr lang="en-ZA" dirty="0">
                <a:solidFill>
                  <a:schemeClr val="bg2">
                    <a:lumMod val="10000"/>
                  </a:schemeClr>
                </a:solidFill>
              </a:rPr>
              <a:t> "What will happen in the future?" (e.g., "Which equipment is likely to fail first based on current wear?")</a:t>
            </a:r>
          </a:p>
          <a:p>
            <a:pPr>
              <a:lnSpc>
                <a:spcPct val="120000"/>
              </a:lnSpc>
            </a:pPr>
            <a:r>
              <a:rPr lang="en-ZA" b="1" dirty="0">
                <a:solidFill>
                  <a:schemeClr val="bg2">
                    <a:lumMod val="10000"/>
                  </a:schemeClr>
                </a:solidFill>
              </a:rPr>
              <a:t>Prescriptive:</a:t>
            </a:r>
            <a:r>
              <a:rPr lang="en-ZA" dirty="0">
                <a:solidFill>
                  <a:schemeClr val="bg2">
                    <a:lumMod val="10000"/>
                  </a:schemeClr>
                </a:solidFill>
              </a:rPr>
              <a:t> "What action should be taken?" (e.g., "What is the optimal dose of a medication to minimize side effects?")</a:t>
            </a:r>
          </a:p>
        </p:txBody>
      </p:sp>
      <p:sp>
        <p:nvSpPr>
          <p:cNvPr id="5" name="TextBox 4">
            <a:extLst>
              <a:ext uri="{FF2B5EF4-FFF2-40B4-BE49-F238E27FC236}">
                <a16:creationId xmlns:a16="http://schemas.microsoft.com/office/drawing/2014/main" id="{64EE466A-213B-08B2-4D4D-F27ACD25E763}"/>
              </a:ext>
            </a:extLst>
          </p:cNvPr>
          <p:cNvSpPr txBox="1"/>
          <p:nvPr/>
        </p:nvSpPr>
        <p:spPr>
          <a:xfrm>
            <a:off x="9906000" y="2083506"/>
            <a:ext cx="2046514" cy="923330"/>
          </a:xfrm>
          <a:prstGeom prst="rect">
            <a:avLst/>
          </a:prstGeom>
          <a:noFill/>
        </p:spPr>
        <p:txBody>
          <a:bodyPr wrap="square" rtlCol="0">
            <a:spAutoFit/>
          </a:bodyPr>
          <a:lstStyle/>
          <a:p>
            <a:r>
              <a:rPr lang="en-US" dirty="0"/>
              <a:t>Generally, realm of business analysts or data analysts </a:t>
            </a:r>
            <a:endParaRPr lang="en-ZA" dirty="0"/>
          </a:p>
        </p:txBody>
      </p:sp>
      <p:sp>
        <p:nvSpPr>
          <p:cNvPr id="7" name="TextBox 6">
            <a:extLst>
              <a:ext uri="{FF2B5EF4-FFF2-40B4-BE49-F238E27FC236}">
                <a16:creationId xmlns:a16="http://schemas.microsoft.com/office/drawing/2014/main" id="{07B9A0A1-C77C-DF99-6642-AB5AFAA25E2E}"/>
              </a:ext>
            </a:extLst>
          </p:cNvPr>
          <p:cNvSpPr txBox="1"/>
          <p:nvPr/>
        </p:nvSpPr>
        <p:spPr>
          <a:xfrm>
            <a:off x="10069284" y="4651935"/>
            <a:ext cx="2046514" cy="646331"/>
          </a:xfrm>
          <a:prstGeom prst="rect">
            <a:avLst/>
          </a:prstGeom>
          <a:noFill/>
        </p:spPr>
        <p:txBody>
          <a:bodyPr wrap="square" rtlCol="0">
            <a:spAutoFit/>
          </a:bodyPr>
          <a:lstStyle/>
          <a:p>
            <a:r>
              <a:rPr lang="en-US" dirty="0"/>
              <a:t>Generally, realm of data scientists </a:t>
            </a:r>
            <a:endParaRPr lang="en-ZA" dirty="0"/>
          </a:p>
        </p:txBody>
      </p:sp>
      <p:sp>
        <p:nvSpPr>
          <p:cNvPr id="12" name="Right Brace 11">
            <a:extLst>
              <a:ext uri="{FF2B5EF4-FFF2-40B4-BE49-F238E27FC236}">
                <a16:creationId xmlns:a16="http://schemas.microsoft.com/office/drawing/2014/main" id="{DF27E032-315A-05A1-9A4A-46066AA688CC}"/>
              </a:ext>
            </a:extLst>
          </p:cNvPr>
          <p:cNvSpPr/>
          <p:nvPr/>
        </p:nvSpPr>
        <p:spPr>
          <a:xfrm>
            <a:off x="9448799" y="1606062"/>
            <a:ext cx="457199" cy="205153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3" name="Right Brace 12">
            <a:extLst>
              <a:ext uri="{FF2B5EF4-FFF2-40B4-BE49-F238E27FC236}">
                <a16:creationId xmlns:a16="http://schemas.microsoft.com/office/drawing/2014/main" id="{CB680BFB-06C8-9C55-21CA-52C2D65FA104}"/>
              </a:ext>
            </a:extLst>
          </p:cNvPr>
          <p:cNvSpPr/>
          <p:nvPr/>
        </p:nvSpPr>
        <p:spPr>
          <a:xfrm>
            <a:off x="9481456" y="3773242"/>
            <a:ext cx="424543" cy="240371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4014298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1DE21-BE8A-8B21-73F8-65EA9E110FAB}"/>
              </a:ext>
            </a:extLst>
          </p:cNvPr>
          <p:cNvSpPr>
            <a:spLocks noGrp="1"/>
          </p:cNvSpPr>
          <p:nvPr>
            <p:ph type="title"/>
          </p:nvPr>
        </p:nvSpPr>
        <p:spPr/>
        <p:txBody>
          <a:bodyPr/>
          <a:lstStyle/>
          <a:p>
            <a:r>
              <a:rPr lang="en-US" dirty="0"/>
              <a:t>Methods</a:t>
            </a:r>
            <a:endParaRPr lang="en-ZA" dirty="0"/>
          </a:p>
        </p:txBody>
      </p:sp>
      <p:sp>
        <p:nvSpPr>
          <p:cNvPr id="3" name="Content Placeholder 2">
            <a:extLst>
              <a:ext uri="{FF2B5EF4-FFF2-40B4-BE49-F238E27FC236}">
                <a16:creationId xmlns:a16="http://schemas.microsoft.com/office/drawing/2014/main" id="{940B3B1D-1616-2598-73A0-AEC657327D30}"/>
              </a:ext>
            </a:extLst>
          </p:cNvPr>
          <p:cNvSpPr>
            <a:spLocks noGrp="1"/>
          </p:cNvSpPr>
          <p:nvPr>
            <p:ph idx="1"/>
          </p:nvPr>
        </p:nvSpPr>
        <p:spPr/>
        <p:txBody>
          <a:bodyPr/>
          <a:lstStyle/>
          <a:p>
            <a:r>
              <a:rPr lang="en-US" dirty="0"/>
              <a:t>General data analysis</a:t>
            </a:r>
          </a:p>
          <a:p>
            <a:r>
              <a:rPr lang="en-US" dirty="0"/>
              <a:t>Statistics</a:t>
            </a:r>
          </a:p>
          <a:p>
            <a:r>
              <a:rPr lang="en-US" dirty="0"/>
              <a:t>Statistical inference</a:t>
            </a:r>
          </a:p>
          <a:p>
            <a:r>
              <a:rPr lang="en-US" dirty="0"/>
              <a:t>Machine learning</a:t>
            </a:r>
            <a:endParaRPr lang="en-ZA" dirty="0"/>
          </a:p>
          <a:p>
            <a:r>
              <a:rPr lang="en-US" dirty="0"/>
              <a:t>Simulation</a:t>
            </a:r>
          </a:p>
        </p:txBody>
      </p:sp>
      <p:sp>
        <p:nvSpPr>
          <p:cNvPr id="4" name="Content Placeholder 2">
            <a:extLst>
              <a:ext uri="{FF2B5EF4-FFF2-40B4-BE49-F238E27FC236}">
                <a16:creationId xmlns:a16="http://schemas.microsoft.com/office/drawing/2014/main" id="{A90E4935-E062-22E9-FFFB-E662FB38D681}"/>
              </a:ext>
            </a:extLst>
          </p:cNvPr>
          <p:cNvSpPr txBox="1">
            <a:spLocks/>
          </p:cNvSpPr>
          <p:nvPr/>
        </p:nvSpPr>
        <p:spPr>
          <a:xfrm>
            <a:off x="6758355" y="3429000"/>
            <a:ext cx="473026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Stats</a:t>
            </a:r>
          </a:p>
          <a:p>
            <a:r>
              <a:rPr lang="en-US" dirty="0"/>
              <a:t>Machine learning</a:t>
            </a:r>
          </a:p>
          <a:p>
            <a:r>
              <a:rPr lang="en-US" dirty="0"/>
              <a:t>AI</a:t>
            </a:r>
          </a:p>
          <a:p>
            <a:r>
              <a:rPr lang="en-US" dirty="0" err="1"/>
              <a:t>Renforcement</a:t>
            </a:r>
            <a:r>
              <a:rPr lang="en-US" dirty="0"/>
              <a:t> learning</a:t>
            </a:r>
            <a:endParaRPr lang="en-ZA" dirty="0"/>
          </a:p>
        </p:txBody>
      </p:sp>
      <p:sp>
        <p:nvSpPr>
          <p:cNvPr id="6" name="Content Placeholder 2">
            <a:extLst>
              <a:ext uri="{FF2B5EF4-FFF2-40B4-BE49-F238E27FC236}">
                <a16:creationId xmlns:a16="http://schemas.microsoft.com/office/drawing/2014/main" id="{A7D1DD0E-0F6D-EEC9-3812-2592A7FF1AAA}"/>
              </a:ext>
            </a:extLst>
          </p:cNvPr>
          <p:cNvSpPr txBox="1">
            <a:spLocks/>
          </p:cNvSpPr>
          <p:nvPr/>
        </p:nvSpPr>
        <p:spPr>
          <a:xfrm>
            <a:off x="7666891" y="1825625"/>
            <a:ext cx="430823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Modeling and simulation</a:t>
            </a:r>
          </a:p>
          <a:p>
            <a:endParaRPr lang="en-US" dirty="0"/>
          </a:p>
          <a:p>
            <a:r>
              <a:rPr lang="en-US" dirty="0"/>
              <a:t>Kepler vs newton</a:t>
            </a:r>
            <a:endParaRPr lang="en-ZA" dirty="0"/>
          </a:p>
        </p:txBody>
      </p:sp>
      <p:sp>
        <p:nvSpPr>
          <p:cNvPr id="7" name="TextBox 6">
            <a:extLst>
              <a:ext uri="{FF2B5EF4-FFF2-40B4-BE49-F238E27FC236}">
                <a16:creationId xmlns:a16="http://schemas.microsoft.com/office/drawing/2014/main" id="{F95219EF-768B-253C-3C77-D457B8A4FFED}"/>
              </a:ext>
            </a:extLst>
          </p:cNvPr>
          <p:cNvSpPr txBox="1"/>
          <p:nvPr/>
        </p:nvSpPr>
        <p:spPr>
          <a:xfrm>
            <a:off x="2520461" y="5807631"/>
            <a:ext cx="6096000" cy="369332"/>
          </a:xfrm>
          <a:prstGeom prst="rect">
            <a:avLst/>
          </a:prstGeom>
          <a:noFill/>
        </p:spPr>
        <p:txBody>
          <a:bodyPr wrap="square">
            <a:spAutoFit/>
          </a:bodyPr>
          <a:lstStyle/>
          <a:p>
            <a:r>
              <a:rPr lang="en-US" dirty="0"/>
              <a:t>Kepler (Machine learning) vs Newton (Statistical inference)</a:t>
            </a:r>
            <a:endParaRPr lang="en-ZA" dirty="0"/>
          </a:p>
        </p:txBody>
      </p:sp>
      <p:sp>
        <p:nvSpPr>
          <p:cNvPr id="9" name="TextBox 8">
            <a:extLst>
              <a:ext uri="{FF2B5EF4-FFF2-40B4-BE49-F238E27FC236}">
                <a16:creationId xmlns:a16="http://schemas.microsoft.com/office/drawing/2014/main" id="{BC4BE8AD-49CD-ABD5-8A8F-C0D36C1E48A1}"/>
              </a:ext>
            </a:extLst>
          </p:cNvPr>
          <p:cNvSpPr txBox="1"/>
          <p:nvPr/>
        </p:nvSpPr>
        <p:spPr>
          <a:xfrm>
            <a:off x="3048000" y="3568896"/>
            <a:ext cx="6096000" cy="646331"/>
          </a:xfrm>
          <a:prstGeom prst="rect">
            <a:avLst/>
          </a:prstGeom>
          <a:noFill/>
        </p:spPr>
        <p:txBody>
          <a:bodyPr wrap="square">
            <a:spAutoFit/>
          </a:bodyPr>
          <a:lstStyle/>
          <a:p>
            <a:r>
              <a:rPr lang="en-ZA" dirty="0"/>
              <a:t>Since its inception, statistics has served science to guide data collection and analysis.</a:t>
            </a:r>
          </a:p>
        </p:txBody>
      </p:sp>
    </p:spTree>
    <p:extLst>
      <p:ext uri="{BB962C8B-B14F-4D97-AF65-F5344CB8AC3E}">
        <p14:creationId xmlns:p14="http://schemas.microsoft.com/office/powerpoint/2010/main" val="1340481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054A8-A790-4AE6-84C3-F5B3A29A33CD}"/>
              </a:ext>
            </a:extLst>
          </p:cNvPr>
          <p:cNvSpPr>
            <a:spLocks noGrp="1"/>
          </p:cNvSpPr>
          <p:nvPr>
            <p:ph type="title"/>
          </p:nvPr>
        </p:nvSpPr>
        <p:spPr/>
        <p:txBody>
          <a:bodyPr/>
          <a:lstStyle/>
          <a:p>
            <a:r>
              <a:rPr lang="en-US" dirty="0"/>
              <a:t>Machine Learning</a:t>
            </a:r>
            <a:endParaRPr lang="en-ZA" dirty="0"/>
          </a:p>
        </p:txBody>
      </p:sp>
      <p:pic>
        <p:nvPicPr>
          <p:cNvPr id="13" name="Content Placeholder 12">
            <a:extLst>
              <a:ext uri="{FF2B5EF4-FFF2-40B4-BE49-F238E27FC236}">
                <a16:creationId xmlns:a16="http://schemas.microsoft.com/office/drawing/2014/main" id="{AABDDDA6-8320-672C-8589-588538423FCB}"/>
              </a:ext>
            </a:extLst>
          </p:cNvPr>
          <p:cNvPicPr>
            <a:picLocks noGrp="1" noChangeAspect="1"/>
          </p:cNvPicPr>
          <p:nvPr>
            <p:ph idx="1"/>
          </p:nvPr>
        </p:nvPicPr>
        <p:blipFill>
          <a:blip r:embed="rId3"/>
          <a:stretch>
            <a:fillRect/>
          </a:stretch>
        </p:blipFill>
        <p:spPr bwMode="auto">
          <a:xfrm>
            <a:off x="1766375" y="1825625"/>
            <a:ext cx="865924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485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8323A-C2E2-1666-4150-4AFC251EE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A9712-E5C5-296A-B800-1AF875F10F96}"/>
              </a:ext>
            </a:extLst>
          </p:cNvPr>
          <p:cNvSpPr>
            <a:spLocks noGrp="1"/>
          </p:cNvSpPr>
          <p:nvPr>
            <p:ph type="title"/>
          </p:nvPr>
        </p:nvSpPr>
        <p:spPr/>
        <p:txBody>
          <a:bodyPr/>
          <a:lstStyle/>
          <a:p>
            <a:r>
              <a:rPr lang="en-US" dirty="0"/>
              <a:t>Supervised Learning</a:t>
            </a:r>
            <a:endParaRPr lang="en-ZA" dirty="0"/>
          </a:p>
        </p:txBody>
      </p:sp>
      <p:sp>
        <p:nvSpPr>
          <p:cNvPr id="3" name="Content Placeholder 2">
            <a:extLst>
              <a:ext uri="{FF2B5EF4-FFF2-40B4-BE49-F238E27FC236}">
                <a16:creationId xmlns:a16="http://schemas.microsoft.com/office/drawing/2014/main" id="{E46C66C2-982B-53A7-95C4-44303C4B2BF0}"/>
              </a:ext>
            </a:extLst>
          </p:cNvPr>
          <p:cNvSpPr>
            <a:spLocks noGrp="1"/>
          </p:cNvSpPr>
          <p:nvPr>
            <p:ph idx="1"/>
          </p:nvPr>
        </p:nvSpPr>
        <p:spPr>
          <a:xfrm>
            <a:off x="838200" y="1825625"/>
            <a:ext cx="6506308" cy="4351338"/>
          </a:xfrm>
        </p:spPr>
        <p:txBody>
          <a:bodyPr/>
          <a:lstStyle/>
          <a:p>
            <a:r>
              <a:rPr lang="en-US" dirty="0"/>
              <a:t>Supervised Learning</a:t>
            </a:r>
          </a:p>
          <a:p>
            <a:pPr lvl="1"/>
            <a:r>
              <a:rPr lang="en-US" b="1" dirty="0"/>
              <a:t>Regression:  </a:t>
            </a:r>
            <a:r>
              <a:rPr lang="en-US" dirty="0"/>
              <a:t>T</a:t>
            </a:r>
            <a:r>
              <a:rPr lang="en-ZA" dirty="0"/>
              <a:t>ask of approximating a mapping function (</a:t>
            </a:r>
            <a:r>
              <a:rPr lang="en-ZA" i="1" dirty="0"/>
              <a:t>f</a:t>
            </a:r>
            <a:r>
              <a:rPr lang="en-ZA" dirty="0"/>
              <a:t>) from input variables (</a:t>
            </a:r>
            <a:r>
              <a:rPr lang="en-ZA" i="1" dirty="0"/>
              <a:t>X</a:t>
            </a:r>
            <a:r>
              <a:rPr lang="en-ZA" dirty="0"/>
              <a:t>) to a continuous output variable (</a:t>
            </a:r>
            <a:r>
              <a:rPr lang="en-ZA" i="1" dirty="0"/>
              <a:t>y</a:t>
            </a:r>
            <a:r>
              <a:rPr lang="en-ZA" dirty="0"/>
              <a:t>).</a:t>
            </a:r>
          </a:p>
          <a:p>
            <a:pPr lvl="1"/>
            <a:endParaRPr lang="en-US" dirty="0"/>
          </a:p>
          <a:p>
            <a:pPr lvl="1"/>
            <a:r>
              <a:rPr lang="en-US" b="1" dirty="0"/>
              <a:t>Classification: </a:t>
            </a:r>
            <a:r>
              <a:rPr lang="en-US" dirty="0"/>
              <a:t>T</a:t>
            </a:r>
            <a:r>
              <a:rPr lang="en-ZA" dirty="0"/>
              <a:t>he task of approximating a mapping function (f) from input variables (X) to discrete output variables (y)</a:t>
            </a:r>
            <a:endParaRPr lang="en-US" dirty="0"/>
          </a:p>
          <a:p>
            <a:pPr lvl="1"/>
            <a:endParaRPr lang="en-US" dirty="0"/>
          </a:p>
          <a:p>
            <a:pPr lvl="1"/>
            <a:endParaRPr lang="en-US" dirty="0"/>
          </a:p>
          <a:p>
            <a:endParaRPr lang="en-US" dirty="0"/>
          </a:p>
          <a:p>
            <a:pPr marL="0" indent="0">
              <a:buNone/>
            </a:pPr>
            <a:endParaRPr lang="en-ZA" dirty="0"/>
          </a:p>
        </p:txBody>
      </p:sp>
      <p:pic>
        <p:nvPicPr>
          <p:cNvPr id="5" name="Picture 4">
            <a:extLst>
              <a:ext uri="{FF2B5EF4-FFF2-40B4-BE49-F238E27FC236}">
                <a16:creationId xmlns:a16="http://schemas.microsoft.com/office/drawing/2014/main" id="{24F2A783-EB2A-834E-3453-8902F20D3B9C}"/>
              </a:ext>
            </a:extLst>
          </p:cNvPr>
          <p:cNvPicPr>
            <a:picLocks noChangeAspect="1"/>
          </p:cNvPicPr>
          <p:nvPr/>
        </p:nvPicPr>
        <p:blipFill>
          <a:blip r:embed="rId3"/>
          <a:srcRect r="51146"/>
          <a:stretch>
            <a:fillRect/>
          </a:stretch>
        </p:blipFill>
        <p:spPr>
          <a:xfrm>
            <a:off x="7854461" y="365125"/>
            <a:ext cx="3499339" cy="3122806"/>
          </a:xfrm>
          <a:prstGeom prst="rect">
            <a:avLst/>
          </a:prstGeom>
        </p:spPr>
      </p:pic>
      <p:pic>
        <p:nvPicPr>
          <p:cNvPr id="6" name="Picture 5">
            <a:extLst>
              <a:ext uri="{FF2B5EF4-FFF2-40B4-BE49-F238E27FC236}">
                <a16:creationId xmlns:a16="http://schemas.microsoft.com/office/drawing/2014/main" id="{F50072CF-26CB-C05A-BDB7-0A077C1CF763}"/>
              </a:ext>
            </a:extLst>
          </p:cNvPr>
          <p:cNvPicPr>
            <a:picLocks noChangeAspect="1"/>
          </p:cNvPicPr>
          <p:nvPr/>
        </p:nvPicPr>
        <p:blipFill>
          <a:blip r:embed="rId3"/>
          <a:srcRect l="47709"/>
          <a:stretch>
            <a:fillRect/>
          </a:stretch>
        </p:blipFill>
        <p:spPr>
          <a:xfrm>
            <a:off x="8223740" y="3487931"/>
            <a:ext cx="3745521" cy="3122806"/>
          </a:xfrm>
          <a:prstGeom prst="rect">
            <a:avLst/>
          </a:prstGeom>
        </p:spPr>
      </p:pic>
    </p:spTree>
    <p:extLst>
      <p:ext uri="{BB962C8B-B14F-4D97-AF65-F5344CB8AC3E}">
        <p14:creationId xmlns:p14="http://schemas.microsoft.com/office/powerpoint/2010/main" val="401854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C40C6-BC18-8F80-4FC1-7F13F3C72A81}"/>
              </a:ext>
            </a:extLst>
          </p:cNvPr>
          <p:cNvSpPr>
            <a:spLocks noGrp="1"/>
          </p:cNvSpPr>
          <p:nvPr>
            <p:ph type="title"/>
          </p:nvPr>
        </p:nvSpPr>
        <p:spPr/>
        <p:txBody>
          <a:bodyPr/>
          <a:lstStyle/>
          <a:p>
            <a:r>
              <a:rPr lang="en-US" dirty="0"/>
              <a:t>Our Example Problem</a:t>
            </a:r>
            <a:endParaRPr lang="en-ZA" dirty="0"/>
          </a:p>
        </p:txBody>
      </p:sp>
      <p:pic>
        <p:nvPicPr>
          <p:cNvPr id="5" name="Picture 4">
            <a:extLst>
              <a:ext uri="{FF2B5EF4-FFF2-40B4-BE49-F238E27FC236}">
                <a16:creationId xmlns:a16="http://schemas.microsoft.com/office/drawing/2014/main" id="{B8BA4AF3-1D83-DE64-E489-409CF2FCA03C}"/>
              </a:ext>
            </a:extLst>
          </p:cNvPr>
          <p:cNvPicPr>
            <a:picLocks noChangeAspect="1"/>
          </p:cNvPicPr>
          <p:nvPr/>
        </p:nvPicPr>
        <p:blipFill>
          <a:blip r:embed="rId3"/>
          <a:stretch>
            <a:fillRect/>
          </a:stretch>
        </p:blipFill>
        <p:spPr>
          <a:xfrm>
            <a:off x="3009469" y="1742839"/>
            <a:ext cx="6173061" cy="3372321"/>
          </a:xfrm>
          <a:prstGeom prst="rect">
            <a:avLst/>
          </a:prstGeom>
        </p:spPr>
      </p:pic>
      <p:sp>
        <p:nvSpPr>
          <p:cNvPr id="7" name="Content Placeholder 6">
            <a:extLst>
              <a:ext uri="{FF2B5EF4-FFF2-40B4-BE49-F238E27FC236}">
                <a16:creationId xmlns:a16="http://schemas.microsoft.com/office/drawing/2014/main" id="{31CF2096-C0B2-A92A-EEA9-BFE2921A41DA}"/>
              </a:ext>
            </a:extLst>
          </p:cNvPr>
          <p:cNvSpPr>
            <a:spLocks noGrp="1"/>
          </p:cNvSpPr>
          <p:nvPr>
            <p:ph idx="1"/>
          </p:nvPr>
        </p:nvSpPr>
        <p:spPr/>
        <p:txBody>
          <a:bodyPr/>
          <a:lstStyle/>
          <a:p>
            <a:endParaRPr lang="en-ZA"/>
          </a:p>
        </p:txBody>
      </p:sp>
    </p:spTree>
    <p:extLst>
      <p:ext uri="{BB962C8B-B14F-4D97-AF65-F5344CB8AC3E}">
        <p14:creationId xmlns:p14="http://schemas.microsoft.com/office/powerpoint/2010/main" val="3046650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C82E5-1A5B-1F85-3188-CCC5B846373C}"/>
              </a:ext>
            </a:extLst>
          </p:cNvPr>
          <p:cNvSpPr>
            <a:spLocks noGrp="1"/>
          </p:cNvSpPr>
          <p:nvPr>
            <p:ph type="title"/>
          </p:nvPr>
        </p:nvSpPr>
        <p:spPr>
          <a:xfrm>
            <a:off x="838200" y="329956"/>
            <a:ext cx="10515600" cy="1325563"/>
          </a:xfrm>
        </p:spPr>
        <p:txBody>
          <a:bodyPr/>
          <a:lstStyle/>
          <a:p>
            <a:r>
              <a:rPr lang="en-US" dirty="0"/>
              <a:t>The Problem That Needs Solving</a:t>
            </a:r>
            <a:endParaRPr lang="en-ZA"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DC41F56-7DEE-5E67-3D8E-034C145BBF2F}"/>
                  </a:ext>
                </a:extLst>
              </p:cNvPr>
              <p:cNvSpPr txBox="1"/>
              <p:nvPr/>
            </p:nvSpPr>
            <p:spPr>
              <a:xfrm>
                <a:off x="1144737" y="1609524"/>
                <a:ext cx="5328638"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ZA" i="1" smtClean="0">
                              <a:latin typeface="Cambria Math" panose="02040503050406030204" pitchFamily="18" charset="0"/>
                            </a:rPr>
                          </m:ctrlPr>
                        </m:naryPr>
                        <m:sub/>
                        <m:sup/>
                        <m:e>
                          <m:r>
                            <a:rPr lang="en-US" b="0" i="1" smtClean="0">
                              <a:latin typeface="Cambria Math" panose="02040503050406030204" pitchFamily="18" charset="0"/>
                            </a:rPr>
                            <m:t>𝐹𝑜𝑟𝑐𝑒𝑠</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𝑔𝑟𝑎𝑣𝑖𝑡𝑦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𝑑𝑟𝑎𝑔</m:t>
                          </m:r>
                        </m:sub>
                      </m:sSub>
                      <m:r>
                        <a:rPr lang="en-US" b="0" i="1" smtClean="0">
                          <a:latin typeface="Cambria Math" panose="02040503050406030204" pitchFamily="18" charset="0"/>
                        </a:rPr>
                        <m:t>=</m:t>
                      </m:r>
                      <m:r>
                        <a:rPr lang="en-US" b="0" i="1" smtClean="0">
                          <a:latin typeface="Cambria Math" panose="02040503050406030204" pitchFamily="18" charset="0"/>
                        </a:rPr>
                        <m:t>𝑚𝑎𝑠𝑠</m:t>
                      </m:r>
                      <m:r>
                        <a:rPr lang="en-US" b="0" i="1" smtClean="0">
                          <a:latin typeface="Cambria Math" panose="02040503050406030204" pitchFamily="18" charset="0"/>
                        </a:rPr>
                        <m:t>∗</m:t>
                      </m:r>
                      <m:r>
                        <a:rPr lang="en-US" b="0" i="1" smtClean="0">
                          <a:latin typeface="Cambria Math" panose="02040503050406030204" pitchFamily="18" charset="0"/>
                        </a:rPr>
                        <m:t>𝐴𝑐𝑐𝑒𝑙𝑒𝑟𝑎𝑡𝑖𝑜𝑛</m:t>
                      </m:r>
                    </m:oMath>
                  </m:oMathPara>
                </a14:m>
                <a:endParaRPr lang="en-ZA" dirty="0"/>
              </a:p>
            </p:txBody>
          </p:sp>
        </mc:Choice>
        <mc:Fallback xmlns="">
          <p:sp>
            <p:nvSpPr>
              <p:cNvPr id="5" name="TextBox 4">
                <a:extLst>
                  <a:ext uri="{FF2B5EF4-FFF2-40B4-BE49-F238E27FC236}">
                    <a16:creationId xmlns:a16="http://schemas.microsoft.com/office/drawing/2014/main" id="{FDC41F56-7DEE-5E67-3D8E-034C145BBF2F}"/>
                  </a:ext>
                </a:extLst>
              </p:cNvPr>
              <p:cNvSpPr txBox="1">
                <a:spLocks noRot="1" noChangeAspect="1" noMove="1" noResize="1" noEditPoints="1" noAdjustHandles="1" noChangeArrowheads="1" noChangeShapeType="1" noTextEdit="1"/>
              </p:cNvSpPr>
              <p:nvPr/>
            </p:nvSpPr>
            <p:spPr>
              <a:xfrm>
                <a:off x="1144737" y="1609524"/>
                <a:ext cx="5328638" cy="670761"/>
              </a:xfrm>
              <a:prstGeom prst="rect">
                <a:avLst/>
              </a:prstGeom>
              <a:blipFill>
                <a:blip r:embed="rId2"/>
                <a:stretch>
                  <a:fillRect/>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6BB2807-A7DF-F6B4-DF6C-9F68C480A345}"/>
                  </a:ext>
                </a:extLst>
              </p:cNvPr>
              <p:cNvSpPr txBox="1"/>
              <p:nvPr/>
            </p:nvSpPr>
            <p:spPr>
              <a:xfrm>
                <a:off x="1144737" y="2392659"/>
                <a:ext cx="4627292" cy="299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𝑔𝑟𝑎𝑣𝑖𝑡𝑦</m:t>
                          </m:r>
                        </m:sub>
                      </m:sSub>
                      <m:r>
                        <a:rPr lang="en-US" b="0" i="1" smtClean="0">
                          <a:latin typeface="Cambria Math" panose="02040503050406030204" pitchFamily="18" charset="0"/>
                        </a:rPr>
                        <m:t>=−</m:t>
                      </m:r>
                      <m:r>
                        <a:rPr lang="en-US" b="0" i="1" smtClean="0">
                          <a:latin typeface="Cambria Math" panose="02040503050406030204" pitchFamily="18" charset="0"/>
                        </a:rPr>
                        <m:t>𝑚𝑎𝑠𝑠</m:t>
                      </m:r>
                      <m:r>
                        <a:rPr lang="en-US" b="0" i="1" smtClean="0">
                          <a:latin typeface="Cambria Math" panose="02040503050406030204" pitchFamily="18" charset="0"/>
                        </a:rPr>
                        <m:t>∗(</m:t>
                      </m:r>
                      <m:r>
                        <a:rPr lang="en-US" b="0" i="1" smtClean="0">
                          <a:latin typeface="Cambria Math" panose="02040503050406030204" pitchFamily="18" charset="0"/>
                        </a:rPr>
                        <m:t>𝑔𝑟𝑎𝑣𝑖𝑡𝑎𝑡𝑖𝑜𝑛𝑎𝑙</m:t>
                      </m:r>
                      <m:r>
                        <a:rPr lang="en-US" b="0" i="1" smtClean="0">
                          <a:latin typeface="Cambria Math" panose="02040503050406030204" pitchFamily="18" charset="0"/>
                        </a:rPr>
                        <m:t> </m:t>
                      </m:r>
                      <m:r>
                        <a:rPr lang="en-US" b="0" i="1" smtClean="0">
                          <a:latin typeface="Cambria Math" panose="02040503050406030204" pitchFamily="18" charset="0"/>
                        </a:rPr>
                        <m:t>𝑐𝑜𝑛𝑠𝑡𝑎𝑛𝑡</m:t>
                      </m:r>
                      <m:r>
                        <a:rPr lang="en-US" b="0" i="1" smtClean="0">
                          <a:latin typeface="Cambria Math" panose="02040503050406030204" pitchFamily="18" charset="0"/>
                        </a:rPr>
                        <m:t>)</m:t>
                      </m:r>
                    </m:oMath>
                  </m:oMathPara>
                </a14:m>
                <a:endParaRPr lang="en-ZA" dirty="0"/>
              </a:p>
            </p:txBody>
          </p:sp>
        </mc:Choice>
        <mc:Fallback xmlns="">
          <p:sp>
            <p:nvSpPr>
              <p:cNvPr id="7" name="TextBox 6">
                <a:extLst>
                  <a:ext uri="{FF2B5EF4-FFF2-40B4-BE49-F238E27FC236}">
                    <a16:creationId xmlns:a16="http://schemas.microsoft.com/office/drawing/2014/main" id="{06BB2807-A7DF-F6B4-DF6C-9F68C480A345}"/>
                  </a:ext>
                </a:extLst>
              </p:cNvPr>
              <p:cNvSpPr txBox="1">
                <a:spLocks noRot="1" noChangeAspect="1" noMove="1" noResize="1" noEditPoints="1" noAdjustHandles="1" noChangeArrowheads="1" noChangeShapeType="1" noTextEdit="1"/>
              </p:cNvSpPr>
              <p:nvPr/>
            </p:nvSpPr>
            <p:spPr>
              <a:xfrm>
                <a:off x="1144737" y="2392659"/>
                <a:ext cx="4627292" cy="299569"/>
              </a:xfrm>
              <a:prstGeom prst="rect">
                <a:avLst/>
              </a:prstGeom>
              <a:blipFill>
                <a:blip r:embed="rId3"/>
                <a:stretch>
                  <a:fillRect l="-922" r="-1449" b="-26000"/>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D4F0EC9-F73D-50BF-B8E8-463897163B90}"/>
                  </a:ext>
                </a:extLst>
              </p:cNvPr>
              <p:cNvSpPr txBox="1"/>
              <p:nvPr/>
            </p:nvSpPr>
            <p:spPr>
              <a:xfrm>
                <a:off x="1144737" y="2934226"/>
                <a:ext cx="8612807" cy="391133"/>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𝑑𝑟𝑎𝑔</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𝑎𝑖𝑟</m:t>
                        </m:r>
                        <m:r>
                          <a:rPr lang="en-US" b="0" i="1" smtClean="0">
                            <a:latin typeface="Cambria Math" panose="02040503050406030204" pitchFamily="18" charset="0"/>
                          </a:rPr>
                          <m:t> </m:t>
                        </m:r>
                        <m:r>
                          <a:rPr lang="en-US" b="0" i="1" smtClean="0">
                            <a:latin typeface="Cambria Math" panose="02040503050406030204" pitchFamily="18" charset="0"/>
                          </a:rPr>
                          <m:t>𝑑𝑒𝑛𝑠𝑖𝑡𝑦</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𝑑𝑟𝑎𝑔</m:t>
                        </m:r>
                        <m:r>
                          <a:rPr lang="en-US" b="0" i="1" smtClean="0">
                            <a:latin typeface="Cambria Math" panose="02040503050406030204" pitchFamily="18" charset="0"/>
                          </a:rPr>
                          <m:t> </m:t>
                        </m:r>
                        <m:r>
                          <a:rPr lang="en-US" b="0" i="1" smtClean="0">
                            <a:latin typeface="Cambria Math" panose="02040503050406030204" pitchFamily="18" charset="0"/>
                          </a:rPr>
                          <m:t>𝑐𝑜𝑒𝑓𝑓𝑖𝑐𝑖𝑒𝑛𝑡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𝑓𝑟𝑜𝑛𝑡𝑎𝑙</m:t>
                        </m:r>
                        <m:r>
                          <a:rPr lang="en-US" b="0" i="1" smtClean="0">
                            <a:latin typeface="Cambria Math" panose="02040503050406030204" pitchFamily="18" charset="0"/>
                          </a:rPr>
                          <m:t> </m:t>
                        </m:r>
                        <m:r>
                          <a:rPr lang="en-US" b="0" i="1" smtClean="0">
                            <a:latin typeface="Cambria Math" panose="02040503050406030204" pitchFamily="18" charset="0"/>
                          </a:rPr>
                          <m:t>𝑎𝑟𝑒𝑎</m:t>
                        </m:r>
                      </m:e>
                    </m:d>
                    <m:r>
                      <a:rPr lang="en-US" b="0" i="1" smtClean="0">
                        <a:latin typeface="Cambria Math" panose="02040503050406030204" pitchFamily="18" charset="0"/>
                      </a:rPr>
                      <m:t>∗(</m:t>
                    </m:r>
                    <m:r>
                      <a:rPr lang="en-US" b="0" i="1" smtClean="0">
                        <a:latin typeface="Cambria Math" panose="02040503050406030204" pitchFamily="18" charset="0"/>
                      </a:rPr>
                      <m:t>𝑟𝑒𝑙𝑎𝑡𝑖𝑣𝑒</m:t>
                    </m:r>
                    <m:r>
                      <a:rPr lang="en-US" b="0" i="1" smtClean="0">
                        <a:latin typeface="Cambria Math" panose="02040503050406030204" pitchFamily="18" charset="0"/>
                      </a:rPr>
                      <m:t> </m:t>
                    </m:r>
                    <m:r>
                      <a:rPr lang="en-US" b="0" i="1" smtClean="0">
                        <a:latin typeface="Cambria Math" panose="02040503050406030204" pitchFamily="18" charset="0"/>
                      </a:rPr>
                      <m:t>𝑣𝑒𝑙𝑜𝑐𝑖𝑡𝑦</m:t>
                    </m:r>
                    <m:r>
                      <a:rPr lang="en-US" b="0" i="1" smtClean="0">
                        <a:latin typeface="Cambria Math" panose="02040503050406030204" pitchFamily="18" charset="0"/>
                      </a:rPr>
                      <m:t>)</m:t>
                    </m:r>
                  </m:oMath>
                </a14:m>
                <a:r>
                  <a:rPr lang="en-ZA" dirty="0"/>
                  <a:t> </a:t>
                </a:r>
              </a:p>
            </p:txBody>
          </p:sp>
        </mc:Choice>
        <mc:Fallback xmlns="">
          <p:sp>
            <p:nvSpPr>
              <p:cNvPr id="9" name="TextBox 8">
                <a:extLst>
                  <a:ext uri="{FF2B5EF4-FFF2-40B4-BE49-F238E27FC236}">
                    <a16:creationId xmlns:a16="http://schemas.microsoft.com/office/drawing/2014/main" id="{0D4F0EC9-F73D-50BF-B8E8-463897163B90}"/>
                  </a:ext>
                </a:extLst>
              </p:cNvPr>
              <p:cNvSpPr txBox="1">
                <a:spLocks noRot="1" noChangeAspect="1" noMove="1" noResize="1" noEditPoints="1" noAdjustHandles="1" noChangeArrowheads="1" noChangeShapeType="1" noTextEdit="1"/>
              </p:cNvSpPr>
              <p:nvPr/>
            </p:nvSpPr>
            <p:spPr>
              <a:xfrm>
                <a:off x="1144737" y="2934226"/>
                <a:ext cx="8612807" cy="391133"/>
              </a:xfrm>
              <a:prstGeom prst="rect">
                <a:avLst/>
              </a:prstGeom>
              <a:blipFill>
                <a:blip r:embed="rId4"/>
                <a:stretch>
                  <a:fillRect l="-991" b="-14063"/>
                </a:stretch>
              </a:blipFill>
            </p:spPr>
            <p:txBody>
              <a:bodyPr/>
              <a:lstStyle/>
              <a:p>
                <a:r>
                  <a:rPr lang="en-ZA">
                    <a:noFill/>
                  </a:rPr>
                  <a:t> </a:t>
                </a:r>
              </a:p>
            </p:txBody>
          </p:sp>
        </mc:Fallback>
      </mc:AlternateContent>
      <p:sp>
        <p:nvSpPr>
          <p:cNvPr id="11" name="Content Placeholder 10">
            <a:extLst>
              <a:ext uri="{FF2B5EF4-FFF2-40B4-BE49-F238E27FC236}">
                <a16:creationId xmlns:a16="http://schemas.microsoft.com/office/drawing/2014/main" id="{AD7C5DCE-7495-0FFC-9094-8764A0B427FA}"/>
              </a:ext>
            </a:extLst>
          </p:cNvPr>
          <p:cNvSpPr>
            <a:spLocks noGrp="1"/>
          </p:cNvSpPr>
          <p:nvPr>
            <p:ph idx="1"/>
          </p:nvPr>
        </p:nvSpPr>
        <p:spPr>
          <a:xfrm>
            <a:off x="838200" y="4577716"/>
            <a:ext cx="10515600" cy="1599247"/>
          </a:xfrm>
        </p:spPr>
        <p:txBody>
          <a:bodyPr/>
          <a:lstStyle/>
          <a:p>
            <a:r>
              <a:rPr lang="en-US" dirty="0"/>
              <a:t>Questions:</a:t>
            </a:r>
          </a:p>
          <a:p>
            <a:pPr lvl="1"/>
            <a:r>
              <a:rPr lang="en-US" dirty="0"/>
              <a:t>Regression: How hard should I through the banana </a:t>
            </a:r>
          </a:p>
          <a:p>
            <a:pPr lvl="1"/>
            <a:r>
              <a:rPr lang="en-US" dirty="0"/>
              <a:t>Classification: given a through, will I hit the other gorilla?</a:t>
            </a:r>
            <a:endParaRPr lang="en-ZA"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5305491-0CF4-08F2-45BA-D7CC19CAA1F9}"/>
                  </a:ext>
                </a:extLst>
              </p:cNvPr>
              <p:cNvSpPr txBox="1"/>
              <p:nvPr/>
            </p:nvSpPr>
            <p:spPr>
              <a:xfrm>
                <a:off x="1144737" y="3601610"/>
                <a:ext cx="6300058" cy="276999"/>
              </a:xfrm>
              <a:prstGeom prst="rect">
                <a:avLst/>
              </a:prstGeom>
              <a:noFill/>
            </p:spPr>
            <p:txBody>
              <a:bodyPr wrap="none" lIns="0" tIns="0" rIns="0" bIns="0" rtlCol="0">
                <a:spAutoFit/>
              </a:bodyPr>
              <a:lstStyle/>
              <a:p>
                <a14:m>
                  <m:oMath xmlns:m="http://schemas.openxmlformats.org/officeDocument/2006/math">
                    <m:r>
                      <m:rPr>
                        <m:nor/>
                      </m:rPr>
                      <a:rPr lang="en-US" dirty="0" smtClean="0"/>
                      <m:t>(</m:t>
                    </m:r>
                    <m:r>
                      <m:rPr>
                        <m:nor/>
                      </m:rPr>
                      <a:rPr lang="en-US" dirty="0" smtClean="0"/>
                      <m:t>Relative</m:t>
                    </m:r>
                    <m:r>
                      <m:rPr>
                        <m:nor/>
                      </m:rPr>
                      <a:rPr lang="en-US" dirty="0" smtClean="0"/>
                      <m:t> </m:t>
                    </m:r>
                    <m:r>
                      <m:rPr>
                        <m:nor/>
                      </m:rPr>
                      <a:rPr lang="en-US" dirty="0" smtClean="0"/>
                      <m:t>velocity</m:t>
                    </m:r>
                    <m:r>
                      <m:rPr>
                        <m:nor/>
                      </m:rPr>
                      <a:rPr lang="en-US" dirty="0" smtClean="0"/>
                      <m:t>)</m:t>
                    </m:r>
                    <m:r>
                      <a:rPr lang="en-US" b="0" i="1" smtClean="0">
                        <a:latin typeface="Cambria Math" panose="02040503050406030204" pitchFamily="18" charset="0"/>
                      </a:rPr>
                      <m:t>=(</m:t>
                    </m:r>
                    <m:r>
                      <a:rPr lang="en-US" b="0" i="1" smtClean="0">
                        <a:latin typeface="Cambria Math" panose="02040503050406030204" pitchFamily="18" charset="0"/>
                      </a:rPr>
                      <m:t>𝑝𝑟𝑜𝑗𝑒𝑐𝑡𝑖𝑙𝑒</m:t>
                    </m:r>
                    <m:r>
                      <a:rPr lang="en-US" b="0" i="1" smtClean="0">
                        <a:latin typeface="Cambria Math" panose="02040503050406030204" pitchFamily="18" charset="0"/>
                      </a:rPr>
                      <m:t> </m:t>
                    </m:r>
                    <m:r>
                      <a:rPr lang="en-US" b="0" i="1" smtClean="0">
                        <a:latin typeface="Cambria Math" panose="02040503050406030204" pitchFamily="18" charset="0"/>
                      </a:rPr>
                      <m:t>𝑣𝑒𝑙𝑜𝑐𝑖𝑡𝑦</m:t>
                    </m:r>
                    <m:r>
                      <a:rPr lang="en-US" b="0" i="1" smtClean="0">
                        <a:latin typeface="Cambria Math" panose="02040503050406030204" pitchFamily="18" charset="0"/>
                      </a:rPr>
                      <m:t>)−(</m:t>
                    </m:r>
                    <m:r>
                      <a:rPr lang="en-US" b="0" i="1" smtClean="0">
                        <a:latin typeface="Cambria Math" panose="02040503050406030204" pitchFamily="18" charset="0"/>
                      </a:rPr>
                      <m:t>𝑤𝑖𝑛𝑑</m:t>
                    </m:r>
                    <m:r>
                      <a:rPr lang="en-US" b="0" i="1" smtClean="0">
                        <a:latin typeface="Cambria Math" panose="02040503050406030204" pitchFamily="18" charset="0"/>
                      </a:rPr>
                      <m:t> </m:t>
                    </m:r>
                    <m:r>
                      <a:rPr lang="en-US" b="0" i="1" smtClean="0">
                        <a:latin typeface="Cambria Math" panose="02040503050406030204" pitchFamily="18" charset="0"/>
                      </a:rPr>
                      <m:t>𝑣𝑒𝑙𝑜𝑐𝑖𝑡𝑦</m:t>
                    </m:r>
                    <m:r>
                      <a:rPr lang="en-US" b="0" i="1" smtClean="0">
                        <a:latin typeface="Cambria Math" panose="02040503050406030204" pitchFamily="18" charset="0"/>
                      </a:rPr>
                      <m:t>)</m:t>
                    </m:r>
                  </m:oMath>
                </a14:m>
                <a:r>
                  <a:rPr lang="en-ZA" dirty="0"/>
                  <a:t> </a:t>
                </a:r>
              </a:p>
            </p:txBody>
          </p:sp>
        </mc:Choice>
        <mc:Fallback xmlns="">
          <p:sp>
            <p:nvSpPr>
              <p:cNvPr id="13" name="TextBox 12">
                <a:extLst>
                  <a:ext uri="{FF2B5EF4-FFF2-40B4-BE49-F238E27FC236}">
                    <a16:creationId xmlns:a16="http://schemas.microsoft.com/office/drawing/2014/main" id="{55305491-0CF4-08F2-45BA-D7CC19CAA1F9}"/>
                  </a:ext>
                </a:extLst>
              </p:cNvPr>
              <p:cNvSpPr txBox="1">
                <a:spLocks noRot="1" noChangeAspect="1" noMove="1" noResize="1" noEditPoints="1" noAdjustHandles="1" noChangeArrowheads="1" noChangeShapeType="1" noTextEdit="1"/>
              </p:cNvSpPr>
              <p:nvPr/>
            </p:nvSpPr>
            <p:spPr>
              <a:xfrm>
                <a:off x="1144737" y="3601610"/>
                <a:ext cx="6300058" cy="276999"/>
              </a:xfrm>
              <a:prstGeom prst="rect">
                <a:avLst/>
              </a:prstGeom>
              <a:blipFill>
                <a:blip r:embed="rId5"/>
                <a:stretch>
                  <a:fillRect l="-1646" t="-2222" b="-35556"/>
                </a:stretch>
              </a:blipFill>
            </p:spPr>
            <p:txBody>
              <a:bodyPr/>
              <a:lstStyle/>
              <a:p>
                <a:r>
                  <a:rPr lang="en-ZA">
                    <a:noFill/>
                  </a:rPr>
                  <a:t> </a:t>
                </a:r>
              </a:p>
            </p:txBody>
          </p:sp>
        </mc:Fallback>
      </mc:AlternateContent>
    </p:spTree>
    <p:extLst>
      <p:ext uri="{BB962C8B-B14F-4D97-AF65-F5344CB8AC3E}">
        <p14:creationId xmlns:p14="http://schemas.microsoft.com/office/powerpoint/2010/main" val="724895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EA1E2-1D25-C1F0-7CFC-F0DE07DC1652}"/>
              </a:ext>
            </a:extLst>
          </p:cNvPr>
          <p:cNvSpPr>
            <a:spLocks noGrp="1"/>
          </p:cNvSpPr>
          <p:nvPr>
            <p:ph type="title"/>
          </p:nvPr>
        </p:nvSpPr>
        <p:spPr/>
        <p:txBody>
          <a:bodyPr/>
          <a:lstStyle/>
          <a:p>
            <a:r>
              <a:rPr lang="en-US" dirty="0"/>
              <a:t>What Are We Trying To Do</a:t>
            </a:r>
            <a:endParaRPr lang="en-ZA" dirty="0"/>
          </a:p>
        </p:txBody>
      </p:sp>
      <p:sp>
        <p:nvSpPr>
          <p:cNvPr id="4" name="Rectangle: Rounded Corners 3">
            <a:extLst>
              <a:ext uri="{FF2B5EF4-FFF2-40B4-BE49-F238E27FC236}">
                <a16:creationId xmlns:a16="http://schemas.microsoft.com/office/drawing/2014/main" id="{BA3AC906-AFF7-98E1-1700-A5C491E78695}"/>
              </a:ext>
            </a:extLst>
          </p:cNvPr>
          <p:cNvSpPr/>
          <p:nvPr/>
        </p:nvSpPr>
        <p:spPr>
          <a:xfrm>
            <a:off x="4648200" y="2568148"/>
            <a:ext cx="2637692" cy="14595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F(X)=Y</a:t>
            </a:r>
            <a:endParaRPr lang="en-ZA" sz="2400" dirty="0"/>
          </a:p>
        </p:txBody>
      </p:sp>
      <p:cxnSp>
        <p:nvCxnSpPr>
          <p:cNvPr id="6" name="Straight Arrow Connector 5">
            <a:extLst>
              <a:ext uri="{FF2B5EF4-FFF2-40B4-BE49-F238E27FC236}">
                <a16:creationId xmlns:a16="http://schemas.microsoft.com/office/drawing/2014/main" id="{2CD3B881-4E3E-369B-0CF8-74C1BDC43E78}"/>
              </a:ext>
            </a:extLst>
          </p:cNvPr>
          <p:cNvCxnSpPr>
            <a:cxnSpLocks/>
            <a:stCxn id="15" idx="3"/>
            <a:endCxn id="4" idx="1"/>
          </p:cNvCxnSpPr>
          <p:nvPr/>
        </p:nvCxnSpPr>
        <p:spPr>
          <a:xfrm>
            <a:off x="3790949" y="3286193"/>
            <a:ext cx="857251" cy="117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8AB99CC1-C47D-6B4E-EC3A-3BB5FDF30798}"/>
              </a:ext>
            </a:extLst>
          </p:cNvPr>
          <p:cNvCxnSpPr>
            <a:cxnSpLocks/>
            <a:stCxn id="18" idx="0"/>
            <a:endCxn id="4" idx="2"/>
          </p:cNvCxnSpPr>
          <p:nvPr/>
        </p:nvCxnSpPr>
        <p:spPr>
          <a:xfrm flipV="1">
            <a:off x="5967046" y="4027671"/>
            <a:ext cx="0" cy="783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457EABB-2E31-C605-EDDB-40C2CFF25020}"/>
              </a:ext>
            </a:extLst>
          </p:cNvPr>
          <p:cNvSpPr txBox="1"/>
          <p:nvPr/>
        </p:nvSpPr>
        <p:spPr>
          <a:xfrm>
            <a:off x="2708030" y="2869235"/>
            <a:ext cx="1082919" cy="833916"/>
          </a:xfrm>
          <a:prstGeom prst="rect">
            <a:avLst/>
          </a:prstGeom>
          <a:noFill/>
        </p:spPr>
        <p:txBody>
          <a:bodyPr wrap="square" rtlCol="0">
            <a:spAutoFit/>
          </a:bodyPr>
          <a:lstStyle/>
          <a:p>
            <a:pPr algn="ctr"/>
            <a:r>
              <a:rPr lang="en-US" sz="2400" dirty="0"/>
              <a:t>Inputs [X]</a:t>
            </a:r>
            <a:endParaRPr lang="en-ZA" sz="2400" dirty="0"/>
          </a:p>
        </p:txBody>
      </p:sp>
      <p:sp>
        <p:nvSpPr>
          <p:cNvPr id="18" name="TextBox 17">
            <a:extLst>
              <a:ext uri="{FF2B5EF4-FFF2-40B4-BE49-F238E27FC236}">
                <a16:creationId xmlns:a16="http://schemas.microsoft.com/office/drawing/2014/main" id="{0154CF60-C752-62BA-AA66-AFAE2DAC9345}"/>
              </a:ext>
            </a:extLst>
          </p:cNvPr>
          <p:cNvSpPr txBox="1"/>
          <p:nvPr/>
        </p:nvSpPr>
        <p:spPr>
          <a:xfrm>
            <a:off x="5056308" y="4811346"/>
            <a:ext cx="1821476" cy="1200329"/>
          </a:xfrm>
          <a:prstGeom prst="rect">
            <a:avLst/>
          </a:prstGeom>
          <a:noFill/>
        </p:spPr>
        <p:txBody>
          <a:bodyPr wrap="square" rtlCol="0">
            <a:spAutoFit/>
          </a:bodyPr>
          <a:lstStyle/>
          <a:p>
            <a:pPr algn="ctr"/>
            <a:r>
              <a:rPr lang="en-US" sz="2400" dirty="0"/>
              <a:t>Model Parameters [H]</a:t>
            </a:r>
            <a:endParaRPr lang="en-ZA" sz="2400" dirty="0"/>
          </a:p>
        </p:txBody>
      </p:sp>
      <p:cxnSp>
        <p:nvCxnSpPr>
          <p:cNvPr id="19" name="Straight Arrow Connector 18">
            <a:extLst>
              <a:ext uri="{FF2B5EF4-FFF2-40B4-BE49-F238E27FC236}">
                <a16:creationId xmlns:a16="http://schemas.microsoft.com/office/drawing/2014/main" id="{FF82637C-C132-BF33-57A6-F51233C4DE10}"/>
              </a:ext>
            </a:extLst>
          </p:cNvPr>
          <p:cNvCxnSpPr>
            <a:cxnSpLocks/>
            <a:stCxn id="4" idx="3"/>
            <a:endCxn id="23" idx="1"/>
          </p:cNvCxnSpPr>
          <p:nvPr/>
        </p:nvCxnSpPr>
        <p:spPr>
          <a:xfrm flipV="1">
            <a:off x="7285892" y="3287653"/>
            <a:ext cx="857251" cy="102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A74ECDAE-32AE-C7E1-9EC3-98C9A1F21409}"/>
              </a:ext>
            </a:extLst>
          </p:cNvPr>
          <p:cNvSpPr txBox="1"/>
          <p:nvPr/>
        </p:nvSpPr>
        <p:spPr>
          <a:xfrm>
            <a:off x="8143143" y="2872154"/>
            <a:ext cx="1282210" cy="830997"/>
          </a:xfrm>
          <a:prstGeom prst="rect">
            <a:avLst/>
          </a:prstGeom>
          <a:noFill/>
        </p:spPr>
        <p:txBody>
          <a:bodyPr wrap="square" rtlCol="0">
            <a:spAutoFit/>
          </a:bodyPr>
          <a:lstStyle/>
          <a:p>
            <a:pPr algn="ctr"/>
            <a:r>
              <a:rPr lang="en-US" sz="2400" dirty="0"/>
              <a:t>Outputs [Y]</a:t>
            </a:r>
            <a:endParaRPr lang="en-ZA" sz="2400" dirty="0"/>
          </a:p>
        </p:txBody>
      </p:sp>
    </p:spTree>
    <p:extLst>
      <p:ext uri="{BB962C8B-B14F-4D97-AF65-F5344CB8AC3E}">
        <p14:creationId xmlns:p14="http://schemas.microsoft.com/office/powerpoint/2010/main" val="3107896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0AC20-803B-4F84-D733-10E8CE466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EFD0A-E328-0A41-6AB5-6B3EFE64F17D}"/>
              </a:ext>
            </a:extLst>
          </p:cNvPr>
          <p:cNvSpPr>
            <a:spLocks noGrp="1"/>
          </p:cNvSpPr>
          <p:nvPr>
            <p:ph type="title"/>
          </p:nvPr>
        </p:nvSpPr>
        <p:spPr>
          <a:xfrm>
            <a:off x="838200" y="351946"/>
            <a:ext cx="10515600" cy="1325563"/>
          </a:xfrm>
        </p:spPr>
        <p:txBody>
          <a:bodyPr/>
          <a:lstStyle/>
          <a:p>
            <a:r>
              <a:rPr lang="en-US" dirty="0"/>
              <a:t>Training</a:t>
            </a:r>
            <a:endParaRPr lang="en-ZA" dirty="0"/>
          </a:p>
        </p:txBody>
      </p:sp>
      <p:sp>
        <p:nvSpPr>
          <p:cNvPr id="4" name="Rectangle: Rounded Corners 3">
            <a:extLst>
              <a:ext uri="{FF2B5EF4-FFF2-40B4-BE49-F238E27FC236}">
                <a16:creationId xmlns:a16="http://schemas.microsoft.com/office/drawing/2014/main" id="{A4A25CBB-C629-83E6-E6E4-9E8908783389}"/>
              </a:ext>
            </a:extLst>
          </p:cNvPr>
          <p:cNvSpPr/>
          <p:nvPr/>
        </p:nvSpPr>
        <p:spPr>
          <a:xfrm>
            <a:off x="5292965" y="1981998"/>
            <a:ext cx="2637692" cy="14595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F(X)=Y</a:t>
            </a:r>
            <a:endParaRPr lang="en-ZA" sz="2400" dirty="0"/>
          </a:p>
        </p:txBody>
      </p:sp>
      <p:cxnSp>
        <p:nvCxnSpPr>
          <p:cNvPr id="6" name="Straight Arrow Connector 5">
            <a:extLst>
              <a:ext uri="{FF2B5EF4-FFF2-40B4-BE49-F238E27FC236}">
                <a16:creationId xmlns:a16="http://schemas.microsoft.com/office/drawing/2014/main" id="{B6D5338F-3C7B-19F2-E0E1-AC2215DE1F0C}"/>
              </a:ext>
            </a:extLst>
          </p:cNvPr>
          <p:cNvCxnSpPr>
            <a:cxnSpLocks/>
            <a:stCxn id="15" idx="3"/>
            <a:endCxn id="4" idx="1"/>
          </p:cNvCxnSpPr>
          <p:nvPr/>
        </p:nvCxnSpPr>
        <p:spPr>
          <a:xfrm>
            <a:off x="4435714" y="2700043"/>
            <a:ext cx="857251" cy="117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FDEB6CF-B7DD-272A-7B51-E301899BFA6F}"/>
              </a:ext>
            </a:extLst>
          </p:cNvPr>
          <p:cNvCxnSpPr>
            <a:cxnSpLocks/>
            <a:stCxn id="18" idx="0"/>
            <a:endCxn id="4" idx="2"/>
          </p:cNvCxnSpPr>
          <p:nvPr/>
        </p:nvCxnSpPr>
        <p:spPr>
          <a:xfrm flipV="1">
            <a:off x="6611811" y="3441521"/>
            <a:ext cx="0" cy="4154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259E04E-607E-44A8-3E3C-55C385200FE3}"/>
              </a:ext>
            </a:extLst>
          </p:cNvPr>
          <p:cNvSpPr txBox="1"/>
          <p:nvPr/>
        </p:nvSpPr>
        <p:spPr>
          <a:xfrm>
            <a:off x="3352795" y="2283085"/>
            <a:ext cx="1082919" cy="833916"/>
          </a:xfrm>
          <a:prstGeom prst="rect">
            <a:avLst/>
          </a:prstGeom>
          <a:noFill/>
        </p:spPr>
        <p:txBody>
          <a:bodyPr wrap="square" rtlCol="0">
            <a:spAutoFit/>
          </a:bodyPr>
          <a:lstStyle/>
          <a:p>
            <a:pPr algn="ctr"/>
            <a:r>
              <a:rPr lang="en-US" sz="2400" dirty="0"/>
              <a:t>Inputs [X]</a:t>
            </a:r>
            <a:endParaRPr lang="en-ZA" sz="2400" dirty="0"/>
          </a:p>
        </p:txBody>
      </p:sp>
      <p:sp>
        <p:nvSpPr>
          <p:cNvPr id="18" name="TextBox 17">
            <a:extLst>
              <a:ext uri="{FF2B5EF4-FFF2-40B4-BE49-F238E27FC236}">
                <a16:creationId xmlns:a16="http://schemas.microsoft.com/office/drawing/2014/main" id="{4D7CA014-FDCB-6686-3FAB-58A81C237E15}"/>
              </a:ext>
            </a:extLst>
          </p:cNvPr>
          <p:cNvSpPr txBox="1"/>
          <p:nvPr/>
        </p:nvSpPr>
        <p:spPr>
          <a:xfrm>
            <a:off x="5292965" y="3857020"/>
            <a:ext cx="2637692" cy="830997"/>
          </a:xfrm>
          <a:prstGeom prst="rect">
            <a:avLst/>
          </a:prstGeom>
          <a:noFill/>
        </p:spPr>
        <p:txBody>
          <a:bodyPr wrap="square" rtlCol="0">
            <a:spAutoFit/>
          </a:bodyPr>
          <a:lstStyle/>
          <a:p>
            <a:pPr algn="ctr"/>
            <a:r>
              <a:rPr lang="en-US" sz="2400" dirty="0"/>
              <a:t>Model Parameters [H]</a:t>
            </a:r>
            <a:endParaRPr lang="en-ZA" sz="2400" dirty="0"/>
          </a:p>
        </p:txBody>
      </p:sp>
      <p:cxnSp>
        <p:nvCxnSpPr>
          <p:cNvPr id="19" name="Straight Arrow Connector 18">
            <a:extLst>
              <a:ext uri="{FF2B5EF4-FFF2-40B4-BE49-F238E27FC236}">
                <a16:creationId xmlns:a16="http://schemas.microsoft.com/office/drawing/2014/main" id="{E1171BA7-41DC-786E-EEF1-8C003BF8DC26}"/>
              </a:ext>
            </a:extLst>
          </p:cNvPr>
          <p:cNvCxnSpPr>
            <a:cxnSpLocks/>
            <a:stCxn id="4" idx="3"/>
            <a:endCxn id="23" idx="1"/>
          </p:cNvCxnSpPr>
          <p:nvPr/>
        </p:nvCxnSpPr>
        <p:spPr>
          <a:xfrm flipV="1">
            <a:off x="7930657" y="2701503"/>
            <a:ext cx="857251" cy="102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7A6E6442-4129-2011-F672-D27C1F7FB1DC}"/>
              </a:ext>
            </a:extLst>
          </p:cNvPr>
          <p:cNvSpPr txBox="1"/>
          <p:nvPr/>
        </p:nvSpPr>
        <p:spPr>
          <a:xfrm>
            <a:off x="8787908" y="2286004"/>
            <a:ext cx="1282210" cy="830997"/>
          </a:xfrm>
          <a:prstGeom prst="rect">
            <a:avLst/>
          </a:prstGeom>
          <a:noFill/>
        </p:spPr>
        <p:txBody>
          <a:bodyPr wrap="square" rtlCol="0">
            <a:spAutoFit/>
          </a:bodyPr>
          <a:lstStyle/>
          <a:p>
            <a:pPr algn="ctr"/>
            <a:r>
              <a:rPr lang="en-US" sz="2400" dirty="0"/>
              <a:t>Outputs [Y]</a:t>
            </a:r>
            <a:endParaRPr lang="en-ZA" sz="2400" dirty="0"/>
          </a:p>
        </p:txBody>
      </p:sp>
      <p:pic>
        <p:nvPicPr>
          <p:cNvPr id="5" name="Picture 4">
            <a:extLst>
              <a:ext uri="{FF2B5EF4-FFF2-40B4-BE49-F238E27FC236}">
                <a16:creationId xmlns:a16="http://schemas.microsoft.com/office/drawing/2014/main" id="{10DEF410-6879-3C52-431B-EA3DE770BA7C}"/>
              </a:ext>
            </a:extLst>
          </p:cNvPr>
          <p:cNvPicPr>
            <a:picLocks noChangeAspect="1"/>
          </p:cNvPicPr>
          <p:nvPr/>
        </p:nvPicPr>
        <p:blipFill>
          <a:blip r:embed="rId3"/>
          <a:srcRect r="34726"/>
          <a:stretch>
            <a:fillRect/>
          </a:stretch>
        </p:blipFill>
        <p:spPr>
          <a:xfrm>
            <a:off x="231951" y="1690688"/>
            <a:ext cx="2934394" cy="2651548"/>
          </a:xfrm>
          <a:prstGeom prst="rect">
            <a:avLst/>
          </a:prstGeom>
        </p:spPr>
      </p:pic>
      <p:pic>
        <p:nvPicPr>
          <p:cNvPr id="9" name="Picture 8">
            <a:extLst>
              <a:ext uri="{FF2B5EF4-FFF2-40B4-BE49-F238E27FC236}">
                <a16:creationId xmlns:a16="http://schemas.microsoft.com/office/drawing/2014/main" id="{DCE3A7AA-23EA-D5E3-4501-07A9B95C4CA9}"/>
              </a:ext>
            </a:extLst>
          </p:cNvPr>
          <p:cNvPicPr>
            <a:picLocks noChangeAspect="1"/>
          </p:cNvPicPr>
          <p:nvPr/>
        </p:nvPicPr>
        <p:blipFill>
          <a:blip r:embed="rId4"/>
          <a:stretch>
            <a:fillRect/>
          </a:stretch>
        </p:blipFill>
        <p:spPr>
          <a:xfrm>
            <a:off x="10698774" y="1501354"/>
            <a:ext cx="1200318" cy="3400900"/>
          </a:xfrm>
          <a:prstGeom prst="rect">
            <a:avLst/>
          </a:prstGeom>
        </p:spPr>
      </p:pic>
      <p:sp>
        <p:nvSpPr>
          <p:cNvPr id="11" name="TextBox 10">
            <a:extLst>
              <a:ext uri="{FF2B5EF4-FFF2-40B4-BE49-F238E27FC236}">
                <a16:creationId xmlns:a16="http://schemas.microsoft.com/office/drawing/2014/main" id="{9A7B9D60-98A6-AF39-AC3A-24E1ABA00BC4}"/>
              </a:ext>
            </a:extLst>
          </p:cNvPr>
          <p:cNvSpPr txBox="1"/>
          <p:nvPr/>
        </p:nvSpPr>
        <p:spPr>
          <a:xfrm>
            <a:off x="3352790" y="4901044"/>
            <a:ext cx="6494588" cy="1754326"/>
          </a:xfrm>
          <a:prstGeom prst="rect">
            <a:avLst/>
          </a:prstGeom>
          <a:noFill/>
        </p:spPr>
        <p:txBody>
          <a:bodyPr wrap="square">
            <a:spAutoFit/>
          </a:bodyPr>
          <a:lstStyle/>
          <a:p>
            <a:r>
              <a:rPr lang="en-ZA" dirty="0" err="1"/>
              <a:t>DecisionTreeClassifier</a:t>
            </a:r>
            <a:r>
              <a:rPr lang="en-ZA" dirty="0"/>
              <a:t>(</a:t>
            </a:r>
            <a:r>
              <a:rPr lang="en-ZA" i="1" dirty="0"/>
              <a:t>*</a:t>
            </a:r>
            <a:r>
              <a:rPr lang="en-ZA" dirty="0"/>
              <a:t>, </a:t>
            </a:r>
            <a:r>
              <a:rPr lang="en-ZA" i="1" dirty="0"/>
              <a:t>criterion='</a:t>
            </a:r>
            <a:r>
              <a:rPr lang="en-ZA" i="1" dirty="0" err="1"/>
              <a:t>gini</a:t>
            </a:r>
            <a:r>
              <a:rPr lang="en-ZA" i="1" dirty="0"/>
              <a:t>'</a:t>
            </a:r>
            <a:r>
              <a:rPr lang="en-ZA" dirty="0"/>
              <a:t>, </a:t>
            </a:r>
            <a:r>
              <a:rPr lang="en-ZA" i="1" dirty="0"/>
              <a:t>splitter='best'</a:t>
            </a:r>
            <a:r>
              <a:rPr lang="en-ZA" dirty="0"/>
              <a:t>, </a:t>
            </a:r>
            <a:r>
              <a:rPr lang="en-ZA" i="1" dirty="0" err="1"/>
              <a:t>max_depth</a:t>
            </a:r>
            <a:r>
              <a:rPr lang="en-ZA" i="1" dirty="0"/>
              <a:t>=None</a:t>
            </a:r>
            <a:r>
              <a:rPr lang="en-ZA" dirty="0"/>
              <a:t>, </a:t>
            </a:r>
            <a:r>
              <a:rPr lang="en-ZA" i="1" dirty="0" err="1"/>
              <a:t>min_samples_split</a:t>
            </a:r>
            <a:r>
              <a:rPr lang="en-ZA" i="1" dirty="0"/>
              <a:t>=2</a:t>
            </a:r>
            <a:r>
              <a:rPr lang="en-ZA" dirty="0"/>
              <a:t>, </a:t>
            </a:r>
            <a:r>
              <a:rPr lang="en-ZA" i="1" dirty="0" err="1"/>
              <a:t>min_samples_leaf</a:t>
            </a:r>
            <a:r>
              <a:rPr lang="en-ZA" i="1" dirty="0"/>
              <a:t>=1</a:t>
            </a:r>
            <a:r>
              <a:rPr lang="en-ZA" dirty="0"/>
              <a:t>, </a:t>
            </a:r>
            <a:r>
              <a:rPr lang="en-ZA" i="1" dirty="0" err="1"/>
              <a:t>min_weight_fraction_leaf</a:t>
            </a:r>
            <a:r>
              <a:rPr lang="en-ZA" i="1" dirty="0"/>
              <a:t>=0.0</a:t>
            </a:r>
            <a:r>
              <a:rPr lang="en-ZA" dirty="0"/>
              <a:t>, </a:t>
            </a:r>
            <a:r>
              <a:rPr lang="en-ZA" i="1" dirty="0" err="1"/>
              <a:t>max_features</a:t>
            </a:r>
            <a:r>
              <a:rPr lang="en-ZA" i="1" dirty="0"/>
              <a:t>=None</a:t>
            </a:r>
            <a:r>
              <a:rPr lang="en-ZA" dirty="0"/>
              <a:t>, </a:t>
            </a:r>
            <a:r>
              <a:rPr lang="en-ZA" i="1" dirty="0" err="1"/>
              <a:t>random_state</a:t>
            </a:r>
            <a:r>
              <a:rPr lang="en-ZA" i="1" dirty="0"/>
              <a:t>=None</a:t>
            </a:r>
            <a:r>
              <a:rPr lang="en-ZA" dirty="0"/>
              <a:t>, </a:t>
            </a:r>
            <a:r>
              <a:rPr lang="en-ZA" i="1" dirty="0" err="1"/>
              <a:t>max_leaf_nodes</a:t>
            </a:r>
            <a:r>
              <a:rPr lang="en-ZA" i="1" dirty="0"/>
              <a:t>=None</a:t>
            </a:r>
            <a:r>
              <a:rPr lang="en-ZA" dirty="0"/>
              <a:t>, </a:t>
            </a:r>
            <a:r>
              <a:rPr lang="en-ZA" i="1" dirty="0" err="1"/>
              <a:t>min_impurity_decrease</a:t>
            </a:r>
            <a:r>
              <a:rPr lang="en-ZA" i="1" dirty="0"/>
              <a:t>=0.0</a:t>
            </a:r>
            <a:r>
              <a:rPr lang="en-ZA" dirty="0"/>
              <a:t>, </a:t>
            </a:r>
            <a:r>
              <a:rPr lang="en-ZA" i="1" dirty="0" err="1"/>
              <a:t>class_weight</a:t>
            </a:r>
            <a:r>
              <a:rPr lang="en-ZA" i="1" dirty="0"/>
              <a:t>=None</a:t>
            </a:r>
            <a:r>
              <a:rPr lang="en-ZA" dirty="0"/>
              <a:t>, </a:t>
            </a:r>
            <a:r>
              <a:rPr lang="en-ZA" i="1" dirty="0" err="1"/>
              <a:t>ccp_alpha</a:t>
            </a:r>
            <a:r>
              <a:rPr lang="en-ZA" i="1" dirty="0"/>
              <a:t>=0.0</a:t>
            </a:r>
            <a:r>
              <a:rPr lang="en-ZA" dirty="0"/>
              <a:t>, </a:t>
            </a:r>
            <a:r>
              <a:rPr lang="en-ZA" i="1" dirty="0" err="1"/>
              <a:t>monotonic_cst</a:t>
            </a:r>
            <a:r>
              <a:rPr lang="en-ZA" i="1" dirty="0"/>
              <a:t>=None</a:t>
            </a:r>
            <a:r>
              <a:rPr lang="en-ZA" dirty="0"/>
              <a:t>)</a:t>
            </a:r>
          </a:p>
        </p:txBody>
      </p:sp>
      <p:sp>
        <p:nvSpPr>
          <p:cNvPr id="16" name="Arrow: Bent 15">
            <a:extLst>
              <a:ext uri="{FF2B5EF4-FFF2-40B4-BE49-F238E27FC236}">
                <a16:creationId xmlns:a16="http://schemas.microsoft.com/office/drawing/2014/main" id="{798214D5-BEAC-8CBB-A3AC-D1F07E89C885}"/>
              </a:ext>
            </a:extLst>
          </p:cNvPr>
          <p:cNvSpPr/>
          <p:nvPr/>
        </p:nvSpPr>
        <p:spPr>
          <a:xfrm>
            <a:off x="6258149" y="976890"/>
            <a:ext cx="1391769" cy="842848"/>
          </a:xfrm>
          <a:prstGeom prst="ben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ZA">
              <a:solidFill>
                <a:schemeClr val="tx1"/>
              </a:solidFill>
            </a:endParaRPr>
          </a:p>
        </p:txBody>
      </p:sp>
      <p:sp>
        <p:nvSpPr>
          <p:cNvPr id="20" name="Rectangle: Rounded Corners 19">
            <a:extLst>
              <a:ext uri="{FF2B5EF4-FFF2-40B4-BE49-F238E27FC236}">
                <a16:creationId xmlns:a16="http://schemas.microsoft.com/office/drawing/2014/main" id="{69981DF7-BDB4-92A8-CA18-3896463AF48A}"/>
              </a:ext>
            </a:extLst>
          </p:cNvPr>
          <p:cNvSpPr/>
          <p:nvPr/>
        </p:nvSpPr>
        <p:spPr>
          <a:xfrm>
            <a:off x="7946745" y="591224"/>
            <a:ext cx="1555114" cy="9913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Trained model</a:t>
            </a:r>
            <a:endParaRPr lang="en-ZA" sz="2400" dirty="0"/>
          </a:p>
        </p:txBody>
      </p:sp>
    </p:spTree>
    <p:extLst>
      <p:ext uri="{BB962C8B-B14F-4D97-AF65-F5344CB8AC3E}">
        <p14:creationId xmlns:p14="http://schemas.microsoft.com/office/powerpoint/2010/main" val="1152380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8451-D358-CA64-D040-16E08397B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61A13-222D-09CE-AFF0-A440097087FF}"/>
              </a:ext>
            </a:extLst>
          </p:cNvPr>
          <p:cNvSpPr>
            <a:spLocks noGrp="1"/>
          </p:cNvSpPr>
          <p:nvPr>
            <p:ph type="title"/>
          </p:nvPr>
        </p:nvSpPr>
        <p:spPr/>
        <p:txBody>
          <a:bodyPr/>
          <a:lstStyle/>
          <a:p>
            <a:r>
              <a:rPr lang="en-US" dirty="0"/>
              <a:t>Predict</a:t>
            </a:r>
            <a:endParaRPr lang="en-ZA" dirty="0"/>
          </a:p>
        </p:txBody>
      </p:sp>
      <p:sp>
        <p:nvSpPr>
          <p:cNvPr id="4" name="Rectangle: Rounded Corners 3">
            <a:extLst>
              <a:ext uri="{FF2B5EF4-FFF2-40B4-BE49-F238E27FC236}">
                <a16:creationId xmlns:a16="http://schemas.microsoft.com/office/drawing/2014/main" id="{AFD5ADF2-A8B7-480E-4132-116D0AED9134}"/>
              </a:ext>
            </a:extLst>
          </p:cNvPr>
          <p:cNvSpPr/>
          <p:nvPr/>
        </p:nvSpPr>
        <p:spPr>
          <a:xfrm>
            <a:off x="4648200" y="2568148"/>
            <a:ext cx="2637692" cy="14595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F(X)=Y</a:t>
            </a:r>
            <a:endParaRPr lang="en-ZA" sz="2400" dirty="0"/>
          </a:p>
        </p:txBody>
      </p:sp>
      <p:cxnSp>
        <p:nvCxnSpPr>
          <p:cNvPr id="6" name="Straight Arrow Connector 5">
            <a:extLst>
              <a:ext uri="{FF2B5EF4-FFF2-40B4-BE49-F238E27FC236}">
                <a16:creationId xmlns:a16="http://schemas.microsoft.com/office/drawing/2014/main" id="{FE707EB2-428B-9297-123A-3F21436F3EDC}"/>
              </a:ext>
            </a:extLst>
          </p:cNvPr>
          <p:cNvCxnSpPr>
            <a:cxnSpLocks/>
            <a:stCxn id="15" idx="3"/>
            <a:endCxn id="4" idx="1"/>
          </p:cNvCxnSpPr>
          <p:nvPr/>
        </p:nvCxnSpPr>
        <p:spPr>
          <a:xfrm>
            <a:off x="3790949" y="3286193"/>
            <a:ext cx="857251" cy="117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177E1068-BFCF-3938-5A7D-752FF70C0E45}"/>
              </a:ext>
            </a:extLst>
          </p:cNvPr>
          <p:cNvCxnSpPr>
            <a:cxnSpLocks/>
            <a:stCxn id="18" idx="0"/>
            <a:endCxn id="4" idx="2"/>
          </p:cNvCxnSpPr>
          <p:nvPr/>
        </p:nvCxnSpPr>
        <p:spPr>
          <a:xfrm flipV="1">
            <a:off x="5967046" y="4027671"/>
            <a:ext cx="0" cy="783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FCEAAF7-ADAD-0AAF-92EC-68A7F3DAE8FA}"/>
              </a:ext>
            </a:extLst>
          </p:cNvPr>
          <p:cNvSpPr txBox="1"/>
          <p:nvPr/>
        </p:nvSpPr>
        <p:spPr>
          <a:xfrm>
            <a:off x="2708030" y="2869235"/>
            <a:ext cx="1082919" cy="833916"/>
          </a:xfrm>
          <a:prstGeom prst="rect">
            <a:avLst/>
          </a:prstGeom>
          <a:noFill/>
        </p:spPr>
        <p:txBody>
          <a:bodyPr wrap="square" rtlCol="0">
            <a:spAutoFit/>
          </a:bodyPr>
          <a:lstStyle/>
          <a:p>
            <a:pPr algn="ctr"/>
            <a:r>
              <a:rPr lang="en-US" sz="2400" dirty="0"/>
              <a:t>Inputs [X]</a:t>
            </a:r>
            <a:endParaRPr lang="en-ZA" sz="2400" dirty="0"/>
          </a:p>
        </p:txBody>
      </p:sp>
      <p:sp>
        <p:nvSpPr>
          <p:cNvPr id="18" name="TextBox 17">
            <a:extLst>
              <a:ext uri="{FF2B5EF4-FFF2-40B4-BE49-F238E27FC236}">
                <a16:creationId xmlns:a16="http://schemas.microsoft.com/office/drawing/2014/main" id="{72BA1FC2-31F6-40F0-127B-3C5A521DC2BE}"/>
              </a:ext>
            </a:extLst>
          </p:cNvPr>
          <p:cNvSpPr txBox="1"/>
          <p:nvPr/>
        </p:nvSpPr>
        <p:spPr>
          <a:xfrm>
            <a:off x="5056308" y="4811346"/>
            <a:ext cx="1821476" cy="830997"/>
          </a:xfrm>
          <a:prstGeom prst="rect">
            <a:avLst/>
          </a:prstGeom>
          <a:noFill/>
        </p:spPr>
        <p:txBody>
          <a:bodyPr wrap="square" rtlCol="0">
            <a:spAutoFit/>
          </a:bodyPr>
          <a:lstStyle/>
          <a:p>
            <a:pPr algn="ctr"/>
            <a:r>
              <a:rPr lang="en-US" sz="2400" dirty="0"/>
              <a:t>Trained</a:t>
            </a:r>
            <a:br>
              <a:rPr lang="en-US" sz="2400" dirty="0"/>
            </a:br>
            <a:r>
              <a:rPr lang="en-US" sz="2400" dirty="0"/>
              <a:t>Model</a:t>
            </a:r>
            <a:endParaRPr lang="en-ZA" sz="2400" dirty="0"/>
          </a:p>
        </p:txBody>
      </p:sp>
      <p:cxnSp>
        <p:nvCxnSpPr>
          <p:cNvPr id="19" name="Straight Arrow Connector 18">
            <a:extLst>
              <a:ext uri="{FF2B5EF4-FFF2-40B4-BE49-F238E27FC236}">
                <a16:creationId xmlns:a16="http://schemas.microsoft.com/office/drawing/2014/main" id="{055CB746-AAE1-897E-528D-03190B5A8079}"/>
              </a:ext>
            </a:extLst>
          </p:cNvPr>
          <p:cNvCxnSpPr>
            <a:cxnSpLocks/>
            <a:stCxn id="4" idx="3"/>
            <a:endCxn id="23" idx="1"/>
          </p:cNvCxnSpPr>
          <p:nvPr/>
        </p:nvCxnSpPr>
        <p:spPr>
          <a:xfrm flipV="1">
            <a:off x="7285892" y="3287653"/>
            <a:ext cx="857251" cy="102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48585925-1CFA-B75E-932E-346925C00335}"/>
              </a:ext>
            </a:extLst>
          </p:cNvPr>
          <p:cNvSpPr txBox="1"/>
          <p:nvPr/>
        </p:nvSpPr>
        <p:spPr>
          <a:xfrm>
            <a:off x="8143143" y="2872154"/>
            <a:ext cx="1282210" cy="830997"/>
          </a:xfrm>
          <a:prstGeom prst="rect">
            <a:avLst/>
          </a:prstGeom>
          <a:noFill/>
        </p:spPr>
        <p:txBody>
          <a:bodyPr wrap="square" rtlCol="0">
            <a:spAutoFit/>
          </a:bodyPr>
          <a:lstStyle/>
          <a:p>
            <a:pPr algn="ctr"/>
            <a:r>
              <a:rPr lang="en-US" sz="2400" dirty="0"/>
              <a:t>Outputs [Y]</a:t>
            </a:r>
            <a:endParaRPr lang="en-ZA" sz="2400" dirty="0"/>
          </a:p>
        </p:txBody>
      </p:sp>
      <p:sp>
        <p:nvSpPr>
          <p:cNvPr id="9" name="TextBox 8">
            <a:extLst>
              <a:ext uri="{FF2B5EF4-FFF2-40B4-BE49-F238E27FC236}">
                <a16:creationId xmlns:a16="http://schemas.microsoft.com/office/drawing/2014/main" id="{FBFA6178-990A-9BE1-2845-0BEDE0C2EB58}"/>
              </a:ext>
            </a:extLst>
          </p:cNvPr>
          <p:cNvSpPr txBox="1"/>
          <p:nvPr/>
        </p:nvSpPr>
        <p:spPr>
          <a:xfrm>
            <a:off x="269999" y="2568148"/>
            <a:ext cx="2496648" cy="1543115"/>
          </a:xfrm>
          <a:prstGeom prst="rect">
            <a:avLst/>
          </a:prstGeom>
          <a:noFill/>
        </p:spPr>
        <p:txBody>
          <a:bodyPr wrap="square">
            <a:spAutoFit/>
          </a:bodyPr>
          <a:lstStyle/>
          <a:p>
            <a:pPr>
              <a:lnSpc>
                <a:spcPts val="1425"/>
              </a:lnSpc>
              <a:buNone/>
            </a:pPr>
            <a:r>
              <a:rPr lang="en-ZA" b="0" dirty="0">
                <a:effectLst/>
                <a:latin typeface="Consolas" panose="020B0609020204030204" pitchFamily="49" charset="0"/>
              </a:rPr>
              <a:t>Elevation = 40.0</a:t>
            </a:r>
          </a:p>
          <a:p>
            <a:pPr>
              <a:lnSpc>
                <a:spcPts val="1425"/>
              </a:lnSpc>
              <a:buNone/>
            </a:pPr>
            <a:r>
              <a:rPr lang="en-ZA" b="0" dirty="0" err="1">
                <a:effectLst/>
                <a:latin typeface="Consolas" panose="020B0609020204030204" pitchFamily="49" charset="0"/>
              </a:rPr>
              <a:t>wind_x</a:t>
            </a:r>
            <a:r>
              <a:rPr lang="en-ZA" dirty="0">
                <a:latin typeface="Consolas" panose="020B0609020204030204" pitchFamily="49" charset="0"/>
              </a:rPr>
              <a:t> </a:t>
            </a:r>
            <a:r>
              <a:rPr lang="en-ZA" b="0" dirty="0">
                <a:effectLst/>
                <a:latin typeface="Consolas" panose="020B0609020204030204" pitchFamily="49" charset="0"/>
              </a:rPr>
              <a:t>= 15.0</a:t>
            </a:r>
          </a:p>
          <a:p>
            <a:pPr>
              <a:lnSpc>
                <a:spcPts val="1425"/>
              </a:lnSpc>
              <a:buNone/>
            </a:pPr>
            <a:r>
              <a:rPr lang="en-ZA" b="0" dirty="0">
                <a:effectLst/>
                <a:latin typeface="Consolas" panose="020B0609020204030204" pitchFamily="49" charset="0"/>
              </a:rPr>
              <a:t>Mass = 0.145</a:t>
            </a:r>
          </a:p>
          <a:p>
            <a:pPr>
              <a:lnSpc>
                <a:spcPts val="1425"/>
              </a:lnSpc>
              <a:buNone/>
            </a:pPr>
            <a:r>
              <a:rPr lang="en-ZA" b="0" dirty="0">
                <a:effectLst/>
                <a:latin typeface="Consolas" panose="020B0609020204030204" pitchFamily="49" charset="0"/>
              </a:rPr>
              <a:t>Radius = 0.037</a:t>
            </a:r>
          </a:p>
          <a:p>
            <a:pPr>
              <a:lnSpc>
                <a:spcPts val="1425"/>
              </a:lnSpc>
              <a:buNone/>
            </a:pPr>
            <a:r>
              <a:rPr lang="en-ZA" b="0" dirty="0">
                <a:effectLst/>
                <a:latin typeface="Consolas" panose="020B0609020204030204" pitchFamily="49" charset="0"/>
              </a:rPr>
              <a:t>Cd = 0.47</a:t>
            </a:r>
          </a:p>
          <a:p>
            <a:pPr>
              <a:lnSpc>
                <a:spcPts val="1425"/>
              </a:lnSpc>
              <a:buNone/>
            </a:pPr>
            <a:r>
              <a:rPr lang="en-ZA" b="0" dirty="0" err="1">
                <a:effectLst/>
                <a:latin typeface="Consolas" panose="020B0609020204030204" pitchFamily="49" charset="0"/>
              </a:rPr>
              <a:t>launch_height</a:t>
            </a:r>
            <a:r>
              <a:rPr lang="en-ZA" b="0" dirty="0">
                <a:effectLst/>
                <a:latin typeface="Consolas" panose="020B0609020204030204" pitchFamily="49" charset="0"/>
              </a:rPr>
              <a:t> = 0</a:t>
            </a:r>
          </a:p>
          <a:p>
            <a:pPr>
              <a:lnSpc>
                <a:spcPts val="1425"/>
              </a:lnSpc>
              <a:buNone/>
            </a:pPr>
            <a:r>
              <a:rPr lang="en-ZA" b="0" dirty="0" err="1">
                <a:effectLst/>
                <a:latin typeface="Consolas" panose="020B0609020204030204" pitchFamily="49" charset="0"/>
              </a:rPr>
              <a:t>landing_height</a:t>
            </a:r>
            <a:r>
              <a:rPr lang="en-ZA" b="0" dirty="0">
                <a:effectLst/>
                <a:latin typeface="Consolas" panose="020B0609020204030204" pitchFamily="49" charset="0"/>
              </a:rPr>
              <a:t> = 5</a:t>
            </a:r>
          </a:p>
          <a:p>
            <a:pPr>
              <a:lnSpc>
                <a:spcPts val="1425"/>
              </a:lnSpc>
              <a:buNone/>
            </a:pPr>
            <a:r>
              <a:rPr lang="en-ZA" b="0" dirty="0" err="1">
                <a:effectLst/>
                <a:latin typeface="Consolas" panose="020B0609020204030204" pitchFamily="49" charset="0"/>
              </a:rPr>
              <a:t>target_x</a:t>
            </a:r>
            <a:r>
              <a:rPr lang="en-ZA" b="0" dirty="0">
                <a:effectLst/>
                <a:latin typeface="Consolas" panose="020B0609020204030204" pitchFamily="49" charset="0"/>
              </a:rPr>
              <a:t> = 60</a:t>
            </a:r>
          </a:p>
        </p:txBody>
      </p:sp>
      <p:sp>
        <p:nvSpPr>
          <p:cNvPr id="11" name="TextBox 10">
            <a:extLst>
              <a:ext uri="{FF2B5EF4-FFF2-40B4-BE49-F238E27FC236}">
                <a16:creationId xmlns:a16="http://schemas.microsoft.com/office/drawing/2014/main" id="{23E8C49D-B16A-7645-54D2-6A4968268C71}"/>
              </a:ext>
            </a:extLst>
          </p:cNvPr>
          <p:cNvSpPr txBox="1"/>
          <p:nvPr/>
        </p:nvSpPr>
        <p:spPr>
          <a:xfrm>
            <a:off x="9532511" y="3237254"/>
            <a:ext cx="2496648" cy="465897"/>
          </a:xfrm>
          <a:prstGeom prst="rect">
            <a:avLst/>
          </a:prstGeom>
          <a:noFill/>
        </p:spPr>
        <p:txBody>
          <a:bodyPr wrap="square">
            <a:spAutoFit/>
          </a:bodyPr>
          <a:lstStyle/>
          <a:p>
            <a:pPr>
              <a:lnSpc>
                <a:spcPts val="1425"/>
              </a:lnSpc>
              <a:buNone/>
            </a:pPr>
            <a:r>
              <a:rPr lang="en-ZA" dirty="0" err="1">
                <a:latin typeface="Consolas" panose="020B0609020204030204" pitchFamily="49" charset="0"/>
              </a:rPr>
              <a:t>Launch_velocity</a:t>
            </a:r>
            <a:r>
              <a:rPr lang="en-ZA" b="0" dirty="0">
                <a:effectLst/>
                <a:latin typeface="Consolas" panose="020B0609020204030204" pitchFamily="49" charset="0"/>
              </a:rPr>
              <a:t> = 40.0</a:t>
            </a:r>
          </a:p>
        </p:txBody>
      </p:sp>
    </p:spTree>
    <p:extLst>
      <p:ext uri="{BB962C8B-B14F-4D97-AF65-F5344CB8AC3E}">
        <p14:creationId xmlns:p14="http://schemas.microsoft.com/office/powerpoint/2010/main" val="611522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1B5F-AA38-B9EF-2D65-7E43B17ABAED}"/>
              </a:ext>
            </a:extLst>
          </p:cNvPr>
          <p:cNvSpPr>
            <a:spLocks noGrp="1"/>
          </p:cNvSpPr>
          <p:nvPr>
            <p:ph type="title"/>
          </p:nvPr>
        </p:nvSpPr>
        <p:spPr/>
        <p:txBody>
          <a:bodyPr/>
          <a:lstStyle/>
          <a:p>
            <a:r>
              <a:rPr lang="en-US" dirty="0"/>
              <a:t>How To Sole ML Problems</a:t>
            </a:r>
            <a:endParaRPr lang="en-ZA" dirty="0"/>
          </a:p>
        </p:txBody>
      </p:sp>
      <p:sp>
        <p:nvSpPr>
          <p:cNvPr id="3" name="Content Placeholder 2">
            <a:extLst>
              <a:ext uri="{FF2B5EF4-FFF2-40B4-BE49-F238E27FC236}">
                <a16:creationId xmlns:a16="http://schemas.microsoft.com/office/drawing/2014/main" id="{6FA8729C-D8A6-1C3B-B82D-18750E60ADB6}"/>
              </a:ext>
            </a:extLst>
          </p:cNvPr>
          <p:cNvSpPr>
            <a:spLocks noGrp="1"/>
          </p:cNvSpPr>
          <p:nvPr>
            <p:ph idx="1"/>
          </p:nvPr>
        </p:nvSpPr>
        <p:spPr/>
        <p:txBody>
          <a:bodyPr>
            <a:normAutofit/>
          </a:bodyPr>
          <a:lstStyle/>
          <a:p>
            <a:endParaRPr lang="en-US" dirty="0"/>
          </a:p>
        </p:txBody>
      </p:sp>
      <p:pic>
        <p:nvPicPr>
          <p:cNvPr id="5" name="Picture 2" descr="Data Science Life Cycle. When you enter any computer science… | by Mustafa  Serdar Konca | Medium">
            <a:extLst>
              <a:ext uri="{FF2B5EF4-FFF2-40B4-BE49-F238E27FC236}">
                <a16:creationId xmlns:a16="http://schemas.microsoft.com/office/drawing/2014/main" id="{DB753C3D-AAED-51FA-C7BF-4CC59FC76F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1108" y="1559827"/>
            <a:ext cx="5861539" cy="4933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584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5A73E-5155-9780-AEAD-9AE6A2DA7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FA767-0F48-FB96-5AC4-822A48DB4494}"/>
              </a:ext>
            </a:extLst>
          </p:cNvPr>
          <p:cNvSpPr>
            <a:spLocks noGrp="1"/>
          </p:cNvSpPr>
          <p:nvPr>
            <p:ph type="title"/>
          </p:nvPr>
        </p:nvSpPr>
        <p:spPr/>
        <p:txBody>
          <a:bodyPr/>
          <a:lstStyle/>
          <a:p>
            <a:r>
              <a:rPr lang="en-US" dirty="0"/>
              <a:t>How to Solve ML Problems</a:t>
            </a:r>
            <a:endParaRPr lang="en-ZA" dirty="0"/>
          </a:p>
        </p:txBody>
      </p:sp>
      <p:pic>
        <p:nvPicPr>
          <p:cNvPr id="24" name="Picture 23">
            <a:extLst>
              <a:ext uri="{FF2B5EF4-FFF2-40B4-BE49-F238E27FC236}">
                <a16:creationId xmlns:a16="http://schemas.microsoft.com/office/drawing/2014/main" id="{C10AD29B-6464-7657-7859-68198F9DB69A}"/>
              </a:ext>
            </a:extLst>
          </p:cNvPr>
          <p:cNvPicPr>
            <a:picLocks noChangeAspect="1"/>
          </p:cNvPicPr>
          <p:nvPr/>
        </p:nvPicPr>
        <p:blipFill>
          <a:blip r:embed="rId3"/>
          <a:stretch>
            <a:fillRect/>
          </a:stretch>
        </p:blipFill>
        <p:spPr>
          <a:xfrm>
            <a:off x="3220157" y="1499115"/>
            <a:ext cx="5267350" cy="4569806"/>
          </a:xfrm>
          <a:prstGeom prst="rect">
            <a:avLst/>
          </a:prstGeom>
        </p:spPr>
      </p:pic>
      <p:sp>
        <p:nvSpPr>
          <p:cNvPr id="25" name="TextBox 24">
            <a:extLst>
              <a:ext uri="{FF2B5EF4-FFF2-40B4-BE49-F238E27FC236}">
                <a16:creationId xmlns:a16="http://schemas.microsoft.com/office/drawing/2014/main" id="{3D5AA40A-93D1-1830-DC76-7BC8E82C12A1}"/>
              </a:ext>
            </a:extLst>
          </p:cNvPr>
          <p:cNvSpPr txBox="1"/>
          <p:nvPr/>
        </p:nvSpPr>
        <p:spPr>
          <a:xfrm>
            <a:off x="8132124" y="2086707"/>
            <a:ext cx="1840523" cy="646331"/>
          </a:xfrm>
          <a:prstGeom prst="rect">
            <a:avLst/>
          </a:prstGeom>
          <a:noFill/>
        </p:spPr>
        <p:txBody>
          <a:bodyPr wrap="square" rtlCol="0">
            <a:spAutoFit/>
          </a:bodyPr>
          <a:lstStyle/>
          <a:p>
            <a:r>
              <a:rPr lang="en-US" dirty="0"/>
              <a:t>How much is enough</a:t>
            </a:r>
            <a:endParaRPr lang="en-ZA" dirty="0"/>
          </a:p>
        </p:txBody>
      </p:sp>
      <p:sp>
        <p:nvSpPr>
          <p:cNvPr id="26" name="TextBox 25">
            <a:extLst>
              <a:ext uri="{FF2B5EF4-FFF2-40B4-BE49-F238E27FC236}">
                <a16:creationId xmlns:a16="http://schemas.microsoft.com/office/drawing/2014/main" id="{EDBA9901-C7A5-02A6-CA72-3D4F30B9FB37}"/>
              </a:ext>
            </a:extLst>
          </p:cNvPr>
          <p:cNvSpPr txBox="1"/>
          <p:nvPr/>
        </p:nvSpPr>
        <p:spPr>
          <a:xfrm>
            <a:off x="8006861" y="5358885"/>
            <a:ext cx="1840523" cy="646331"/>
          </a:xfrm>
          <a:prstGeom prst="rect">
            <a:avLst/>
          </a:prstGeom>
          <a:noFill/>
        </p:spPr>
        <p:txBody>
          <a:bodyPr wrap="square" rtlCol="0">
            <a:spAutoFit/>
          </a:bodyPr>
          <a:lstStyle/>
          <a:p>
            <a:r>
              <a:rPr lang="en-US" dirty="0"/>
              <a:t>Understand patterns in data</a:t>
            </a:r>
            <a:endParaRPr lang="en-ZA" dirty="0"/>
          </a:p>
        </p:txBody>
      </p:sp>
      <p:sp>
        <p:nvSpPr>
          <p:cNvPr id="28" name="TextBox 27">
            <a:extLst>
              <a:ext uri="{FF2B5EF4-FFF2-40B4-BE49-F238E27FC236}">
                <a16:creationId xmlns:a16="http://schemas.microsoft.com/office/drawing/2014/main" id="{E43A2A66-A7CB-356B-CFEC-EAA904D5D3C3}"/>
              </a:ext>
            </a:extLst>
          </p:cNvPr>
          <p:cNvSpPr txBox="1"/>
          <p:nvPr/>
        </p:nvSpPr>
        <p:spPr>
          <a:xfrm>
            <a:off x="1860280" y="3556639"/>
            <a:ext cx="1684434" cy="646331"/>
          </a:xfrm>
          <a:prstGeom prst="rect">
            <a:avLst/>
          </a:prstGeom>
          <a:noFill/>
        </p:spPr>
        <p:txBody>
          <a:bodyPr wrap="square" rtlCol="0">
            <a:spAutoFit/>
          </a:bodyPr>
          <a:lstStyle/>
          <a:p>
            <a:r>
              <a:rPr lang="en-US" dirty="0"/>
              <a:t>How Good is your model</a:t>
            </a:r>
            <a:endParaRPr lang="en-ZA" dirty="0"/>
          </a:p>
        </p:txBody>
      </p:sp>
      <p:sp>
        <p:nvSpPr>
          <p:cNvPr id="30" name="TextBox 29">
            <a:extLst>
              <a:ext uri="{FF2B5EF4-FFF2-40B4-BE49-F238E27FC236}">
                <a16:creationId xmlns:a16="http://schemas.microsoft.com/office/drawing/2014/main" id="{EBE05AF4-51AC-8A0C-36AC-80323CC95BA3}"/>
              </a:ext>
            </a:extLst>
          </p:cNvPr>
          <p:cNvSpPr txBox="1"/>
          <p:nvPr/>
        </p:nvSpPr>
        <p:spPr>
          <a:xfrm>
            <a:off x="2516772" y="4928582"/>
            <a:ext cx="1547447" cy="923330"/>
          </a:xfrm>
          <a:prstGeom prst="rect">
            <a:avLst/>
          </a:prstGeom>
          <a:noFill/>
        </p:spPr>
        <p:txBody>
          <a:bodyPr wrap="square" rtlCol="0">
            <a:spAutoFit/>
          </a:bodyPr>
          <a:lstStyle/>
          <a:p>
            <a:r>
              <a:rPr lang="en-US" dirty="0"/>
              <a:t>Pick your model and train it</a:t>
            </a:r>
            <a:endParaRPr lang="en-ZA" dirty="0"/>
          </a:p>
        </p:txBody>
      </p:sp>
      <p:sp>
        <p:nvSpPr>
          <p:cNvPr id="32" name="TextBox 31">
            <a:extLst>
              <a:ext uri="{FF2B5EF4-FFF2-40B4-BE49-F238E27FC236}">
                <a16:creationId xmlns:a16="http://schemas.microsoft.com/office/drawing/2014/main" id="{F38FABA8-C7D6-2542-DF31-A5F0651AC3B6}"/>
              </a:ext>
            </a:extLst>
          </p:cNvPr>
          <p:cNvSpPr txBox="1"/>
          <p:nvPr/>
        </p:nvSpPr>
        <p:spPr>
          <a:xfrm>
            <a:off x="5040923" y="6169709"/>
            <a:ext cx="2110153" cy="646331"/>
          </a:xfrm>
          <a:prstGeom prst="rect">
            <a:avLst/>
          </a:prstGeom>
          <a:noFill/>
        </p:spPr>
        <p:txBody>
          <a:bodyPr wrap="square" rtlCol="0">
            <a:spAutoFit/>
          </a:bodyPr>
          <a:lstStyle/>
          <a:p>
            <a:r>
              <a:rPr lang="en-US" dirty="0"/>
              <a:t>Decide on your model inputs</a:t>
            </a:r>
            <a:endParaRPr lang="en-ZA" dirty="0"/>
          </a:p>
        </p:txBody>
      </p:sp>
      <p:sp>
        <p:nvSpPr>
          <p:cNvPr id="34" name="TextBox 33">
            <a:extLst>
              <a:ext uri="{FF2B5EF4-FFF2-40B4-BE49-F238E27FC236}">
                <a16:creationId xmlns:a16="http://schemas.microsoft.com/office/drawing/2014/main" id="{13251E8D-125E-12B0-932F-2F84CA843F5E}"/>
              </a:ext>
            </a:extLst>
          </p:cNvPr>
          <p:cNvSpPr txBox="1"/>
          <p:nvPr/>
        </p:nvSpPr>
        <p:spPr>
          <a:xfrm>
            <a:off x="1797977" y="1954635"/>
            <a:ext cx="2168770" cy="923330"/>
          </a:xfrm>
          <a:prstGeom prst="rect">
            <a:avLst/>
          </a:prstGeom>
          <a:noFill/>
        </p:spPr>
        <p:txBody>
          <a:bodyPr wrap="square" rtlCol="0">
            <a:spAutoFit/>
          </a:bodyPr>
          <a:lstStyle/>
          <a:p>
            <a:r>
              <a:rPr lang="en-US" dirty="0"/>
              <a:t>Need to ultimately communicate your results</a:t>
            </a:r>
            <a:endParaRPr lang="en-ZA" dirty="0"/>
          </a:p>
        </p:txBody>
      </p:sp>
      <p:sp>
        <p:nvSpPr>
          <p:cNvPr id="36" name="TextBox 35">
            <a:extLst>
              <a:ext uri="{FF2B5EF4-FFF2-40B4-BE49-F238E27FC236}">
                <a16:creationId xmlns:a16="http://schemas.microsoft.com/office/drawing/2014/main" id="{EEF053CE-5BE0-9626-859A-89A036D171B5}"/>
              </a:ext>
            </a:extLst>
          </p:cNvPr>
          <p:cNvSpPr txBox="1"/>
          <p:nvPr/>
        </p:nvSpPr>
        <p:spPr>
          <a:xfrm>
            <a:off x="8491197" y="3543862"/>
            <a:ext cx="1840523" cy="923330"/>
          </a:xfrm>
          <a:prstGeom prst="rect">
            <a:avLst/>
          </a:prstGeom>
          <a:noFill/>
        </p:spPr>
        <p:txBody>
          <a:bodyPr wrap="square" rtlCol="0">
            <a:spAutoFit/>
          </a:bodyPr>
          <a:lstStyle/>
          <a:p>
            <a:r>
              <a:rPr lang="en-US" dirty="0"/>
              <a:t>Get data in a state that is usable</a:t>
            </a:r>
            <a:endParaRPr lang="en-ZA" dirty="0"/>
          </a:p>
        </p:txBody>
      </p:sp>
    </p:spTree>
    <p:extLst>
      <p:ext uri="{BB962C8B-B14F-4D97-AF65-F5344CB8AC3E}">
        <p14:creationId xmlns:p14="http://schemas.microsoft.com/office/powerpoint/2010/main" val="1114819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481EE-F3C3-E72E-0EA7-0DAB8456DC12}"/>
              </a:ext>
            </a:extLst>
          </p:cNvPr>
          <p:cNvSpPr>
            <a:spLocks noGrp="1"/>
          </p:cNvSpPr>
          <p:nvPr>
            <p:ph type="title"/>
          </p:nvPr>
        </p:nvSpPr>
        <p:spPr/>
        <p:txBody>
          <a:bodyPr/>
          <a:lstStyle/>
          <a:p>
            <a:r>
              <a:rPr lang="en-US" dirty="0"/>
              <a:t>How Do I Know If a Model Is Good?</a:t>
            </a:r>
            <a:endParaRPr lang="en-ZA" dirty="0"/>
          </a:p>
        </p:txBody>
      </p:sp>
      <p:sp>
        <p:nvSpPr>
          <p:cNvPr id="3" name="Content Placeholder 2">
            <a:extLst>
              <a:ext uri="{FF2B5EF4-FFF2-40B4-BE49-F238E27FC236}">
                <a16:creationId xmlns:a16="http://schemas.microsoft.com/office/drawing/2014/main" id="{3C2C8FD8-7EF8-80CC-4EEE-1DF4D15CAD2E}"/>
              </a:ext>
            </a:extLst>
          </p:cNvPr>
          <p:cNvSpPr>
            <a:spLocks noGrp="1"/>
          </p:cNvSpPr>
          <p:nvPr>
            <p:ph idx="1"/>
          </p:nvPr>
        </p:nvSpPr>
        <p:spPr/>
        <p:txBody>
          <a:bodyPr/>
          <a:lstStyle/>
          <a:p>
            <a:r>
              <a:rPr lang="en-US" dirty="0"/>
              <a:t>Model is accurate…</a:t>
            </a:r>
          </a:p>
          <a:p>
            <a:r>
              <a:rPr lang="en-US" dirty="0"/>
              <a:t>Model is </a:t>
            </a:r>
            <a:r>
              <a:rPr lang="en-US" dirty="0" err="1"/>
              <a:t>generlisable</a:t>
            </a:r>
            <a:r>
              <a:rPr lang="en-US" dirty="0"/>
              <a:t>…</a:t>
            </a:r>
          </a:p>
        </p:txBody>
      </p:sp>
      <p:pic>
        <p:nvPicPr>
          <p:cNvPr id="5" name="Picture 4">
            <a:extLst>
              <a:ext uri="{FF2B5EF4-FFF2-40B4-BE49-F238E27FC236}">
                <a16:creationId xmlns:a16="http://schemas.microsoft.com/office/drawing/2014/main" id="{22E777F1-711A-3BAE-9373-2ECE2D03CDBC}"/>
              </a:ext>
            </a:extLst>
          </p:cNvPr>
          <p:cNvPicPr>
            <a:picLocks noChangeAspect="1"/>
          </p:cNvPicPr>
          <p:nvPr/>
        </p:nvPicPr>
        <p:blipFill>
          <a:blip r:embed="rId3"/>
          <a:stretch>
            <a:fillRect/>
          </a:stretch>
        </p:blipFill>
        <p:spPr>
          <a:xfrm>
            <a:off x="2357002" y="3111053"/>
            <a:ext cx="6258798" cy="3200847"/>
          </a:xfrm>
          <a:prstGeom prst="rect">
            <a:avLst/>
          </a:prstGeom>
        </p:spPr>
      </p:pic>
    </p:spTree>
    <p:extLst>
      <p:ext uri="{BB962C8B-B14F-4D97-AF65-F5344CB8AC3E}">
        <p14:creationId xmlns:p14="http://schemas.microsoft.com/office/powerpoint/2010/main" val="1803345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D1C5-ED27-70AB-AD77-AA7627030C90}"/>
              </a:ext>
            </a:extLst>
          </p:cNvPr>
          <p:cNvSpPr>
            <a:spLocks noGrp="1"/>
          </p:cNvSpPr>
          <p:nvPr>
            <p:ph type="title"/>
          </p:nvPr>
        </p:nvSpPr>
        <p:spPr/>
        <p:txBody>
          <a:bodyPr/>
          <a:lstStyle/>
          <a:p>
            <a:r>
              <a:rPr lang="en-US" dirty="0"/>
              <a:t>Model Evaluation Metrics: Regression</a:t>
            </a:r>
            <a:endParaRPr lang="en-ZA" dirty="0"/>
          </a:p>
        </p:txBody>
      </p:sp>
      <p:sp>
        <p:nvSpPr>
          <p:cNvPr id="3" name="Content Placeholder 2">
            <a:extLst>
              <a:ext uri="{FF2B5EF4-FFF2-40B4-BE49-F238E27FC236}">
                <a16:creationId xmlns:a16="http://schemas.microsoft.com/office/drawing/2014/main" id="{2B2C402F-1A49-C756-C77C-E91516920913}"/>
              </a:ext>
            </a:extLst>
          </p:cNvPr>
          <p:cNvSpPr>
            <a:spLocks noGrp="1"/>
          </p:cNvSpPr>
          <p:nvPr>
            <p:ph idx="1"/>
          </p:nvPr>
        </p:nvSpPr>
        <p:spPr>
          <a:xfrm>
            <a:off x="838200" y="1825625"/>
            <a:ext cx="6168227" cy="4351338"/>
          </a:xfrm>
        </p:spPr>
        <p:txBody>
          <a:bodyPr>
            <a:normAutofit fontScale="92500" lnSpcReduction="10000"/>
          </a:bodyPr>
          <a:lstStyle/>
          <a:p>
            <a:r>
              <a:rPr lang="en-ZA" b="1" dirty="0"/>
              <a:t>MAE:</a:t>
            </a:r>
            <a:r>
              <a:rPr lang="en-ZA" dirty="0"/>
              <a:t> The Mean absolute error represents the average of the absolute difference between the actual and predicted values in the dataset</a:t>
            </a:r>
          </a:p>
          <a:p>
            <a:r>
              <a:rPr lang="en-ZA" b="1" dirty="0"/>
              <a:t>MSE:</a:t>
            </a:r>
            <a:r>
              <a:rPr lang="en-ZA" dirty="0"/>
              <a:t> Mean Squared Error represents the average of the squared difference between the original and predicted values in the data set (variance)</a:t>
            </a:r>
          </a:p>
          <a:p>
            <a:r>
              <a:rPr lang="en-ZA" b="1" dirty="0"/>
              <a:t>RMSE:</a:t>
            </a:r>
            <a:r>
              <a:rPr lang="en-ZA" dirty="0"/>
              <a:t> Root Mean Square Error is the square root of Mean Squared error. It measures the standard deviation of residuals.</a:t>
            </a:r>
          </a:p>
        </p:txBody>
      </p:sp>
      <p:pic>
        <p:nvPicPr>
          <p:cNvPr id="5" name="Picture 4">
            <a:extLst>
              <a:ext uri="{FF2B5EF4-FFF2-40B4-BE49-F238E27FC236}">
                <a16:creationId xmlns:a16="http://schemas.microsoft.com/office/drawing/2014/main" id="{1BC474B2-AB2C-9823-8B51-01F97541CC03}"/>
              </a:ext>
            </a:extLst>
          </p:cNvPr>
          <p:cNvPicPr>
            <a:picLocks noChangeAspect="1"/>
          </p:cNvPicPr>
          <p:nvPr/>
        </p:nvPicPr>
        <p:blipFill>
          <a:blip r:embed="rId3"/>
          <a:stretch>
            <a:fillRect/>
          </a:stretch>
        </p:blipFill>
        <p:spPr>
          <a:xfrm>
            <a:off x="8100825" y="1529069"/>
            <a:ext cx="3252975" cy="2561892"/>
          </a:xfrm>
          <a:prstGeom prst="rect">
            <a:avLst/>
          </a:prstGeom>
        </p:spPr>
      </p:pic>
      <p:pic>
        <p:nvPicPr>
          <p:cNvPr id="4" name="Picture 3" descr="Standard Deviation Calculator (With Variance)">
            <a:extLst>
              <a:ext uri="{FF2B5EF4-FFF2-40B4-BE49-F238E27FC236}">
                <a16:creationId xmlns:a16="http://schemas.microsoft.com/office/drawing/2014/main" id="{F6E38479-25CA-0A26-C6B2-89F473F7B8EB}"/>
              </a:ext>
            </a:extLst>
          </p:cNvPr>
          <p:cNvPicPr>
            <a:picLocks noChangeAspect="1"/>
          </p:cNvPicPr>
          <p:nvPr/>
        </p:nvPicPr>
        <p:blipFill>
          <a:blip r:embed="rId4"/>
          <a:stretch>
            <a:fillRect/>
          </a:stretch>
        </p:blipFill>
        <p:spPr>
          <a:xfrm>
            <a:off x="8259086" y="4210784"/>
            <a:ext cx="3252975" cy="2407810"/>
          </a:xfrm>
          <a:prstGeom prst="rect">
            <a:avLst/>
          </a:prstGeom>
        </p:spPr>
      </p:pic>
    </p:spTree>
    <p:extLst>
      <p:ext uri="{BB962C8B-B14F-4D97-AF65-F5344CB8AC3E}">
        <p14:creationId xmlns:p14="http://schemas.microsoft.com/office/powerpoint/2010/main" val="2663264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5EB9-C99F-7900-DDAF-0F2DD6A09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588DC-D139-96E2-C20E-6AEB28F93912}"/>
              </a:ext>
            </a:extLst>
          </p:cNvPr>
          <p:cNvSpPr>
            <a:spLocks noGrp="1"/>
          </p:cNvSpPr>
          <p:nvPr>
            <p:ph type="title"/>
          </p:nvPr>
        </p:nvSpPr>
        <p:spPr/>
        <p:txBody>
          <a:bodyPr/>
          <a:lstStyle/>
          <a:p>
            <a:r>
              <a:rPr lang="en-US" dirty="0"/>
              <a:t>Model Evaluation Metrics: Classification</a:t>
            </a:r>
            <a:endParaRPr lang="en-ZA" dirty="0"/>
          </a:p>
        </p:txBody>
      </p:sp>
      <p:sp>
        <p:nvSpPr>
          <p:cNvPr id="3" name="Content Placeholder 2">
            <a:extLst>
              <a:ext uri="{FF2B5EF4-FFF2-40B4-BE49-F238E27FC236}">
                <a16:creationId xmlns:a16="http://schemas.microsoft.com/office/drawing/2014/main" id="{A1E970C1-D804-E575-9F08-AD065E5FAA05}"/>
              </a:ext>
            </a:extLst>
          </p:cNvPr>
          <p:cNvSpPr>
            <a:spLocks noGrp="1"/>
          </p:cNvSpPr>
          <p:nvPr>
            <p:ph idx="1"/>
          </p:nvPr>
        </p:nvSpPr>
        <p:spPr>
          <a:xfrm>
            <a:off x="838200" y="1825625"/>
            <a:ext cx="5797062" cy="4351338"/>
          </a:xfrm>
        </p:spPr>
        <p:txBody>
          <a:bodyPr>
            <a:normAutofit fontScale="92500" lnSpcReduction="20000"/>
          </a:bodyPr>
          <a:lstStyle/>
          <a:p>
            <a:r>
              <a:rPr lang="en-US" dirty="0"/>
              <a:t>Confusion matrix</a:t>
            </a:r>
          </a:p>
          <a:p>
            <a:r>
              <a:rPr lang="en-US" b="1" dirty="0"/>
              <a:t>Accuracy:</a:t>
            </a:r>
            <a:r>
              <a:rPr lang="en-US" dirty="0"/>
              <a:t> </a:t>
            </a:r>
            <a:r>
              <a:rPr lang="en-ZA" dirty="0"/>
              <a:t>how many predictions the model got right out of all the predictions</a:t>
            </a:r>
          </a:p>
          <a:p>
            <a:r>
              <a:rPr lang="en-ZA" b="1" dirty="0"/>
              <a:t>Precision:</a:t>
            </a:r>
            <a:r>
              <a:rPr lang="en-ZA" dirty="0"/>
              <a:t> how many of the "positive" predictions were actually correct</a:t>
            </a:r>
            <a:endParaRPr lang="en-US" dirty="0"/>
          </a:p>
          <a:p>
            <a:r>
              <a:rPr lang="en-US" b="1" dirty="0"/>
              <a:t>Recall:</a:t>
            </a:r>
            <a:r>
              <a:rPr lang="en-US" dirty="0"/>
              <a:t> probability of detection, </a:t>
            </a:r>
            <a:r>
              <a:rPr lang="en-ZA" dirty="0"/>
              <a:t>how good the model is at predicting positives</a:t>
            </a:r>
          </a:p>
          <a:p>
            <a:r>
              <a:rPr lang="en-ZA" b="1" dirty="0"/>
              <a:t>F1 Score:</a:t>
            </a:r>
            <a:r>
              <a:rPr lang="en-ZA" dirty="0"/>
              <a:t> Combines precision and recall into a single metric to balance their trade-off</a:t>
            </a:r>
            <a:endParaRPr lang="en-US" dirty="0"/>
          </a:p>
          <a:p>
            <a:endParaRPr lang="en-US" dirty="0"/>
          </a:p>
          <a:p>
            <a:pPr marL="0" indent="0">
              <a:buNone/>
            </a:pPr>
            <a:endParaRPr lang="en-US" dirty="0"/>
          </a:p>
        </p:txBody>
      </p:sp>
      <p:pic>
        <p:nvPicPr>
          <p:cNvPr id="4" name="Picture 3" descr="Understanding the Confusion Matrix in Machine Learning | Jessica Campbell,  PhD posted on the topic | LinkedIn">
            <a:extLst>
              <a:ext uri="{FF2B5EF4-FFF2-40B4-BE49-F238E27FC236}">
                <a16:creationId xmlns:a16="http://schemas.microsoft.com/office/drawing/2014/main" id="{220D1629-23D4-FF0F-BEB1-BA671303AFBC}"/>
              </a:ext>
            </a:extLst>
          </p:cNvPr>
          <p:cNvPicPr>
            <a:picLocks noChangeAspect="1"/>
          </p:cNvPicPr>
          <p:nvPr/>
        </p:nvPicPr>
        <p:blipFill>
          <a:blip r:embed="rId3"/>
          <a:stretch>
            <a:fillRect/>
          </a:stretch>
        </p:blipFill>
        <p:spPr>
          <a:xfrm>
            <a:off x="6775939" y="1349375"/>
            <a:ext cx="5143500" cy="5143500"/>
          </a:xfrm>
          <a:prstGeom prst="rect">
            <a:avLst/>
          </a:prstGeom>
        </p:spPr>
      </p:pic>
    </p:spTree>
    <p:extLst>
      <p:ext uri="{BB962C8B-B14F-4D97-AF65-F5344CB8AC3E}">
        <p14:creationId xmlns:p14="http://schemas.microsoft.com/office/powerpoint/2010/main" val="2320320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98DF-4626-C7C5-A837-13162E67F673}"/>
              </a:ext>
            </a:extLst>
          </p:cNvPr>
          <p:cNvSpPr>
            <a:spLocks noGrp="1"/>
          </p:cNvSpPr>
          <p:nvPr>
            <p:ph type="title"/>
          </p:nvPr>
        </p:nvSpPr>
        <p:spPr>
          <a:xfrm>
            <a:off x="838200" y="344780"/>
            <a:ext cx="10515600" cy="1325563"/>
          </a:xfrm>
        </p:spPr>
        <p:txBody>
          <a:bodyPr/>
          <a:lstStyle/>
          <a:p>
            <a:r>
              <a:rPr lang="en-US" dirty="0"/>
              <a:t>What can we do about a poor model</a:t>
            </a:r>
            <a:endParaRPr lang="en-ZA" dirty="0"/>
          </a:p>
        </p:txBody>
      </p:sp>
      <p:pic>
        <p:nvPicPr>
          <p:cNvPr id="5" name="Picture 2">
            <a:extLst>
              <a:ext uri="{FF2B5EF4-FFF2-40B4-BE49-F238E27FC236}">
                <a16:creationId xmlns:a16="http://schemas.microsoft.com/office/drawing/2014/main" id="{AD1C1FF2-1F38-D819-A520-8F69295EC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0233" y="1876119"/>
            <a:ext cx="3771534" cy="4472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203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C2E2E-AC6C-70FC-50C3-04B36AABC91E}"/>
              </a:ext>
            </a:extLst>
          </p:cNvPr>
          <p:cNvSpPr>
            <a:spLocks noGrp="1"/>
          </p:cNvSpPr>
          <p:nvPr>
            <p:ph type="title"/>
          </p:nvPr>
        </p:nvSpPr>
        <p:spPr/>
        <p:txBody>
          <a:bodyPr/>
          <a:lstStyle/>
          <a:p>
            <a:r>
              <a:rPr lang="en-US" dirty="0"/>
              <a:t>Model training/Improvement Suggestions</a:t>
            </a:r>
            <a:endParaRPr lang="en-ZA" dirty="0"/>
          </a:p>
        </p:txBody>
      </p:sp>
      <p:sp>
        <p:nvSpPr>
          <p:cNvPr id="3" name="Content Placeholder 2">
            <a:extLst>
              <a:ext uri="{FF2B5EF4-FFF2-40B4-BE49-F238E27FC236}">
                <a16:creationId xmlns:a16="http://schemas.microsoft.com/office/drawing/2014/main" id="{A8E824C6-113B-B9A2-913F-C90893A30E6D}"/>
              </a:ext>
            </a:extLst>
          </p:cNvPr>
          <p:cNvSpPr>
            <a:spLocks noGrp="1"/>
          </p:cNvSpPr>
          <p:nvPr>
            <p:ph idx="1"/>
          </p:nvPr>
        </p:nvSpPr>
        <p:spPr/>
        <p:txBody>
          <a:bodyPr>
            <a:normAutofit fontScale="92500" lnSpcReduction="10000"/>
          </a:bodyPr>
          <a:lstStyle/>
          <a:p>
            <a:r>
              <a:rPr lang="en-US" dirty="0"/>
              <a:t>In general training is easy but getting good results, not always so much</a:t>
            </a:r>
          </a:p>
          <a:p>
            <a:r>
              <a:rPr lang="en-US" dirty="0"/>
              <a:t>Bad predictions - sources of improvement</a:t>
            </a:r>
          </a:p>
          <a:p>
            <a:pPr lvl="1"/>
            <a:r>
              <a:rPr lang="en-US" dirty="0"/>
              <a:t>Overfitting/Underfitting</a:t>
            </a:r>
          </a:p>
          <a:p>
            <a:pPr lvl="2"/>
            <a:r>
              <a:rPr lang="en-US" dirty="0"/>
              <a:t>Hyperparameter tuning</a:t>
            </a:r>
          </a:p>
          <a:p>
            <a:pPr lvl="2"/>
            <a:r>
              <a:rPr lang="en-US" dirty="0"/>
              <a:t>train/test split</a:t>
            </a:r>
          </a:p>
          <a:p>
            <a:pPr lvl="2"/>
            <a:r>
              <a:rPr lang="en-US" dirty="0"/>
              <a:t>Check for data leakage</a:t>
            </a:r>
          </a:p>
          <a:p>
            <a:pPr lvl="1"/>
            <a:r>
              <a:rPr lang="en-US" dirty="0"/>
              <a:t>Skew datasets/poor data coverage</a:t>
            </a:r>
          </a:p>
          <a:p>
            <a:pPr lvl="2"/>
            <a:r>
              <a:rPr lang="en-US" dirty="0"/>
              <a:t>Increase data</a:t>
            </a:r>
          </a:p>
          <a:p>
            <a:pPr lvl="2"/>
            <a:r>
              <a:rPr lang="en-US" dirty="0"/>
              <a:t>Choose different model</a:t>
            </a:r>
          </a:p>
          <a:p>
            <a:pPr lvl="2"/>
            <a:r>
              <a:rPr lang="en-US" dirty="0"/>
              <a:t>Reduce features/use regularization</a:t>
            </a:r>
          </a:p>
          <a:p>
            <a:pPr lvl="2"/>
            <a:r>
              <a:rPr lang="en-US" dirty="0"/>
              <a:t>Use dimensionality reduction</a:t>
            </a:r>
          </a:p>
          <a:p>
            <a:pPr lvl="1"/>
            <a:r>
              <a:rPr lang="en-US" dirty="0"/>
              <a:t>Unbalanced data</a:t>
            </a:r>
          </a:p>
          <a:p>
            <a:pPr lvl="2"/>
            <a:r>
              <a:rPr lang="en-US" dirty="0"/>
              <a:t>Resample using methods like SMOTE</a:t>
            </a:r>
          </a:p>
        </p:txBody>
      </p:sp>
      <p:pic>
        <p:nvPicPr>
          <p:cNvPr id="5" name="Picture 2" descr="Polynomial Degree vs Error: Train Test Split">
            <a:extLst>
              <a:ext uri="{FF2B5EF4-FFF2-40B4-BE49-F238E27FC236}">
                <a16:creationId xmlns:a16="http://schemas.microsoft.com/office/drawing/2014/main" id="{1BFE7E08-63A2-DCDC-856B-646A9E545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9015" y="3059715"/>
            <a:ext cx="4524864" cy="3117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982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3898F-70D8-F9A9-1051-235054A1DE4B}"/>
              </a:ext>
            </a:extLst>
          </p:cNvPr>
          <p:cNvSpPr>
            <a:spLocks noGrp="1"/>
          </p:cNvSpPr>
          <p:nvPr>
            <p:ph type="title"/>
          </p:nvPr>
        </p:nvSpPr>
        <p:spPr/>
        <p:txBody>
          <a:bodyPr/>
          <a:lstStyle/>
          <a:p>
            <a:r>
              <a:rPr lang="en-US" dirty="0"/>
              <a:t>Curse of dimensionality</a:t>
            </a:r>
            <a:endParaRPr lang="en-ZA" dirty="0"/>
          </a:p>
        </p:txBody>
      </p:sp>
      <p:pic>
        <p:nvPicPr>
          <p:cNvPr id="5" name="Picture 4">
            <a:extLst>
              <a:ext uri="{FF2B5EF4-FFF2-40B4-BE49-F238E27FC236}">
                <a16:creationId xmlns:a16="http://schemas.microsoft.com/office/drawing/2014/main" id="{83C0707A-299B-67E4-686D-0D5754B015FA}"/>
              </a:ext>
            </a:extLst>
          </p:cNvPr>
          <p:cNvPicPr>
            <a:picLocks noChangeAspect="1"/>
          </p:cNvPicPr>
          <p:nvPr/>
        </p:nvPicPr>
        <p:blipFill>
          <a:blip r:embed="rId3"/>
          <a:stretch>
            <a:fillRect/>
          </a:stretch>
        </p:blipFill>
        <p:spPr>
          <a:xfrm>
            <a:off x="4158151" y="3860810"/>
            <a:ext cx="4862757" cy="1712536"/>
          </a:xfrm>
          <a:prstGeom prst="rect">
            <a:avLst/>
          </a:prstGeom>
        </p:spPr>
      </p:pic>
      <p:pic>
        <p:nvPicPr>
          <p:cNvPr id="8" name="Content Placeholder 7">
            <a:extLst>
              <a:ext uri="{FF2B5EF4-FFF2-40B4-BE49-F238E27FC236}">
                <a16:creationId xmlns:a16="http://schemas.microsoft.com/office/drawing/2014/main" id="{FCAC725F-CB6E-CEA8-D780-B67DEE47E0C5}"/>
              </a:ext>
            </a:extLst>
          </p:cNvPr>
          <p:cNvPicPr>
            <a:picLocks noGrp="1" noChangeAspect="1"/>
          </p:cNvPicPr>
          <p:nvPr>
            <p:ph idx="1"/>
          </p:nvPr>
        </p:nvPicPr>
        <p:blipFill>
          <a:blip r:embed="rId3"/>
          <a:stretch>
            <a:fillRect/>
          </a:stretch>
        </p:blipFill>
        <p:spPr>
          <a:xfrm>
            <a:off x="1102471" y="1963095"/>
            <a:ext cx="10251329" cy="3610251"/>
          </a:xfrm>
          <a:prstGeom prst="rect">
            <a:avLst/>
          </a:prstGeom>
        </p:spPr>
      </p:pic>
    </p:spTree>
    <p:extLst>
      <p:ext uri="{BB962C8B-B14F-4D97-AF65-F5344CB8AC3E}">
        <p14:creationId xmlns:p14="http://schemas.microsoft.com/office/powerpoint/2010/main" val="3962089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1324E-D1AC-CE7D-C258-61A6F676A62F}"/>
              </a:ext>
            </a:extLst>
          </p:cNvPr>
          <p:cNvSpPr>
            <a:spLocks noGrp="1"/>
          </p:cNvSpPr>
          <p:nvPr>
            <p:ph type="title"/>
          </p:nvPr>
        </p:nvSpPr>
        <p:spPr/>
        <p:txBody>
          <a:bodyPr/>
          <a:lstStyle/>
          <a:p>
            <a:r>
              <a:rPr lang="en-US" dirty="0"/>
              <a:t>In Conclusion</a:t>
            </a:r>
            <a:endParaRPr lang="en-ZA" dirty="0"/>
          </a:p>
        </p:txBody>
      </p:sp>
      <p:sp>
        <p:nvSpPr>
          <p:cNvPr id="3" name="Content Placeholder 2">
            <a:extLst>
              <a:ext uri="{FF2B5EF4-FFF2-40B4-BE49-F238E27FC236}">
                <a16:creationId xmlns:a16="http://schemas.microsoft.com/office/drawing/2014/main" id="{5668E6D6-260F-8B99-30F1-333E08B70066}"/>
              </a:ext>
            </a:extLst>
          </p:cNvPr>
          <p:cNvSpPr>
            <a:spLocks noGrp="1"/>
          </p:cNvSpPr>
          <p:nvPr>
            <p:ph idx="1"/>
          </p:nvPr>
        </p:nvSpPr>
        <p:spPr/>
        <p:txBody>
          <a:bodyPr>
            <a:normAutofit fontScale="62500" lnSpcReduction="20000"/>
          </a:bodyPr>
          <a:lstStyle/>
          <a:p>
            <a:r>
              <a:rPr lang="en-ZA" dirty="0"/>
              <a:t>ML is a tool in the data scientist’s toolbox that can be used to solve problems mostly of prediction</a:t>
            </a:r>
          </a:p>
          <a:p>
            <a:endParaRPr lang="en-ZA" dirty="0"/>
          </a:p>
          <a:p>
            <a:r>
              <a:rPr lang="en-ZA" dirty="0"/>
              <a:t>Because there is no simple way to know how well an ML model will fit the data it by nature requires lots of experimentation </a:t>
            </a:r>
          </a:p>
          <a:p>
            <a:endParaRPr lang="en-ZA" dirty="0"/>
          </a:p>
          <a:p>
            <a:r>
              <a:rPr lang="en-ZA" dirty="0"/>
              <a:t> It is a good idea to start small and work towards more complex models</a:t>
            </a:r>
          </a:p>
          <a:p>
            <a:endParaRPr lang="en-ZA" dirty="0"/>
          </a:p>
          <a:p>
            <a:r>
              <a:rPr lang="en-ZA" dirty="0"/>
              <a:t>The model just fits the data, it cannot predict anything reliably if it hasn't seen any examples during training</a:t>
            </a:r>
          </a:p>
          <a:p>
            <a:endParaRPr lang="en-ZA" dirty="0"/>
          </a:p>
          <a:p>
            <a:r>
              <a:rPr lang="en-ZA" dirty="0"/>
              <a:t>Be careful with ensuring that you test your model with data that it hasn’t seen during training. If not you model will look amazing but will be poor in practice</a:t>
            </a:r>
          </a:p>
          <a:p>
            <a:endParaRPr lang="en-ZA" dirty="0"/>
          </a:p>
          <a:p>
            <a:r>
              <a:rPr lang="en-ZA" dirty="0"/>
              <a:t>ML can be  fun!</a:t>
            </a:r>
          </a:p>
        </p:txBody>
      </p:sp>
    </p:spTree>
    <p:extLst>
      <p:ext uri="{BB962C8B-B14F-4D97-AF65-F5344CB8AC3E}">
        <p14:creationId xmlns:p14="http://schemas.microsoft.com/office/powerpoint/2010/main" val="3507858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12051</TotalTime>
  <Words>1874</Words>
  <Application>Microsoft Office PowerPoint</Application>
  <PresentationFormat>Widescreen</PresentationFormat>
  <Paragraphs>219</Paragraphs>
  <Slides>21</Slides>
  <Notes>18</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Aptos Display</vt:lpstr>
      <vt:lpstr>Arial</vt:lpstr>
      <vt:lpstr>Cambria Math</vt:lpstr>
      <vt:lpstr>Consolas</vt:lpstr>
      <vt:lpstr>Office Theme</vt:lpstr>
      <vt:lpstr>Introduction to Data Science</vt:lpstr>
      <vt:lpstr>Definition of Data Science</vt:lpstr>
      <vt:lpstr>PowerPoint Presentation</vt:lpstr>
      <vt:lpstr>Types of Analytics Questions</vt:lpstr>
      <vt:lpstr>Methods</vt:lpstr>
      <vt:lpstr>Machine Learning</vt:lpstr>
      <vt:lpstr>Supervised Learning</vt:lpstr>
      <vt:lpstr>Our Example Problem</vt:lpstr>
      <vt:lpstr>The Problem That Needs Solving</vt:lpstr>
      <vt:lpstr>What Are We Trying To Do</vt:lpstr>
      <vt:lpstr>Training</vt:lpstr>
      <vt:lpstr>Predict</vt:lpstr>
      <vt:lpstr>How To Sole ML Problems</vt:lpstr>
      <vt:lpstr>How to Solve ML Problems</vt:lpstr>
      <vt:lpstr>How Do I Know If a Model Is Good?</vt:lpstr>
      <vt:lpstr>Model Evaluation Metrics: Regression</vt:lpstr>
      <vt:lpstr>Model Evaluation Metrics: Classification</vt:lpstr>
      <vt:lpstr>What can we do about a poor model</vt:lpstr>
      <vt:lpstr>Model training/Improvement Suggestions</vt:lpstr>
      <vt:lpstr>Curse of dimensionality</vt:lpstr>
      <vt:lpstr>In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Victor</dc:creator>
  <cp:lastModifiedBy>Michael Victor</cp:lastModifiedBy>
  <cp:revision>4</cp:revision>
  <dcterms:created xsi:type="dcterms:W3CDTF">2026-06-06T04:14:38Z</dcterms:created>
  <dcterms:modified xsi:type="dcterms:W3CDTF">2026-06-18T18:20:54Z</dcterms:modified>
</cp:coreProperties>
</file>